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9" r:id="rId4"/>
  </p:sldMasterIdLst>
  <p:notesMasterIdLst>
    <p:notesMasterId r:id="rId20"/>
  </p:notesMasterIdLst>
  <p:handoutMasterIdLst>
    <p:handoutMasterId r:id="rId21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12192000" cy="6858000"/>
  <p:notesSz cx="6858000" cy="9144000"/>
  <p:embeddedFontLst>
    <p:embeddedFont>
      <p:font typeface="HPE Graphik" pitchFamily="2" charset="77"/>
      <p:regular r:id="rId22"/>
      <p:bold r:id="rId23"/>
      <p:italic r:id="rId24"/>
      <p:boldItalic r:id="rId25"/>
    </p:embeddedFont>
    <p:embeddedFont>
      <p:font typeface="HPE Graphik Light" pitchFamily="2" charset="77"/>
      <p:regular r:id="rId26"/>
      <p:italic r:id="rId27"/>
    </p:embeddedFont>
    <p:embeddedFont>
      <p:font typeface="HPE Graphik Semibold" pitchFamily="2" charset="77"/>
      <p:regular r:id="rId28"/>
      <p:bold r:id="rId29"/>
      <p:italic r:id="rId30"/>
      <p:boldItalic r:id="rId31"/>
    </p:embeddedFont>
  </p:embeddedFontLst>
  <p:defaultTextStyle>
    <a:defPPr>
      <a:defRPr lang="en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isruption Patterns" id="{DE06034C-E915-4B31-9DD6-C60A010955E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0725"/>
    <a:srgbClr val="292D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527" autoAdjust="0"/>
    <p:restoredTop sz="84972" autoAdjust="0"/>
  </p:normalViewPr>
  <p:slideViewPr>
    <p:cSldViewPr snapToGrid="0">
      <p:cViewPr varScale="1">
        <p:scale>
          <a:sx n="110" d="100"/>
          <a:sy n="110" d="100"/>
        </p:scale>
        <p:origin x="1376" y="4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0" d="100"/>
          <a:sy n="120" d="100"/>
        </p:scale>
        <p:origin x="1132" y="84"/>
      </p:cViewPr>
      <p:guideLst/>
    </p:cSldViewPr>
  </p:notesViewPr>
  <p:gridSpacing cx="45720" cy="4572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5.fntdata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4.fntdata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8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3.fntdata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10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BE70EE-ABFF-7898-FF38-C1C649A57D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C85076-C132-D0C4-F7C0-50C617DBDC8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3AD1A2-D870-8962-7D87-AA387B26B10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4050CF-DD4A-BEFB-2AF1-F594C68CF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5F8EC-3703-4D6A-8276-E9F606B6A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500153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74650" y="143510"/>
            <a:ext cx="6101080" cy="22733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50"/>
            </a:lvl1pPr>
          </a:lstStyle>
          <a:p>
            <a:endParaRPr lang="en-PL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74650" y="504190"/>
            <a:ext cx="6101080" cy="343185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74650" y="4069398"/>
            <a:ext cx="6101080" cy="444061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</a:t>
            </a:r>
            <a:r>
              <a:rPr lang="pl-PL" dirty="0"/>
              <a:t>add text</a:t>
            </a:r>
            <a:endParaRPr lang="en-P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74650" y="8747760"/>
            <a:ext cx="4878070" cy="22733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50"/>
            </a:lvl1pPr>
          </a:lstStyle>
          <a:p>
            <a:endParaRPr lang="en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867400" y="8747760"/>
            <a:ext cx="608330" cy="22733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/>
            </a:lvl1pPr>
          </a:lstStyle>
          <a:p>
            <a:fld id="{20276FB5-B755-FF41-948A-F83E9AA573A8}" type="slidenum">
              <a:rPr lang="en-PL" smtClean="0"/>
              <a:pPr/>
              <a:t>‹#›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734060066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lnSpc>
        <a:spcPct val="90000"/>
      </a:lnSpc>
      <a:spcAft>
        <a:spcPts val="400"/>
      </a:spcAft>
      <a:defRPr sz="1050" kern="1200">
        <a:solidFill>
          <a:schemeClr val="tx1"/>
        </a:solidFill>
        <a:latin typeface="+mn-lt"/>
        <a:ea typeface="+mn-ea"/>
        <a:cs typeface="+mn-cs"/>
      </a:defRPr>
    </a:lvl1pPr>
    <a:lvl2pPr marL="180000" indent="-180000" algn="l" defTabSz="914400" rtl="0" eaLnBrk="1" latinLnBrk="0" hangingPunct="1">
      <a:lnSpc>
        <a:spcPct val="90000"/>
      </a:lnSpc>
      <a:spcAft>
        <a:spcPts val="400"/>
      </a:spcAft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360000" indent="-180000" algn="l" defTabSz="914400" rtl="0" eaLnBrk="1" latinLnBrk="0" hangingPunct="1">
      <a:lnSpc>
        <a:spcPct val="90000"/>
      </a:lnSpc>
      <a:spcAft>
        <a:spcPts val="400"/>
      </a:spcAft>
      <a:buFont typeface="HPE Graphik" pitchFamily="50" charset="0"/>
      <a:buChar char="—"/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540000" indent="-180000" algn="l" defTabSz="914400" rtl="0" eaLnBrk="1" latinLnBrk="0" hangingPunct="1">
      <a:lnSpc>
        <a:spcPct val="90000"/>
      </a:lnSpc>
      <a:spcAft>
        <a:spcPts val="400"/>
      </a:spcAft>
      <a:buFont typeface="HPE Graphik" pitchFamily="50" charset="0"/>
      <a:buChar char="—"/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720000" indent="-180000" algn="l" defTabSz="914400" rtl="0" eaLnBrk="1" latinLnBrk="0" hangingPunct="1">
      <a:lnSpc>
        <a:spcPct val="90000"/>
      </a:lnSpc>
      <a:spcAft>
        <a:spcPts val="400"/>
      </a:spcAft>
      <a:buFont typeface="Arial" panose="020B0604020202020204" pitchFamily="34" charset="0"/>
      <a:buChar char="•"/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1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1">
            <a:extLst>
              <a:ext uri="{FF2B5EF4-FFF2-40B4-BE49-F238E27FC236}">
                <a16:creationId xmlns:a16="http://schemas.microsoft.com/office/drawing/2014/main" id="{34CAE70A-3A1A-111E-1FF1-F1B16C6C66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74907" y="388783"/>
            <a:ext cx="1019648" cy="291328"/>
          </a:xfrm>
          <a:prstGeom prst="rect">
            <a:avLst/>
          </a:prstGeom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89553B48-2348-83FC-CCB1-A277744F358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4903" y="1813791"/>
            <a:ext cx="10012359" cy="1577109"/>
          </a:xfrm>
        </p:spPr>
        <p:txBody>
          <a:bodyPr lIns="0" tIns="46990" rIns="0" bIns="46990"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Cover </a:t>
            </a:r>
            <a:r>
              <a:rPr lang="pl-PL" dirty="0"/>
              <a:t>1</a:t>
            </a:r>
            <a:endParaRPr lang="en-US" dirty="0"/>
          </a:p>
        </p:txBody>
      </p:sp>
      <p:sp>
        <p:nvSpPr>
          <p:cNvPr id="8" name="Subtitle 3">
            <a:extLst>
              <a:ext uri="{FF2B5EF4-FFF2-40B4-BE49-F238E27FC236}">
                <a16:creationId xmlns:a16="http://schemas.microsoft.com/office/drawing/2014/main" id="{B13ED35A-F3DD-9110-0107-62AE78A4DA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4903" y="3424765"/>
            <a:ext cx="10012359" cy="415635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Speaker name and title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84C0E6A-B5CC-0DCD-48CD-04F3B47F4B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4904" y="3840400"/>
            <a:ext cx="10012358" cy="338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Date</a:t>
            </a:r>
            <a:endParaRPr lang="en-PL" dirty="0"/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564539D4-DE45-C9B6-0129-4401F32172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bg1"/>
                </a:solidFill>
                <a:latin typeface="+mn-lt"/>
              </a:defRPr>
            </a:lvl1pPr>
          </a:lstStyle>
          <a:p>
            <a:pPr algn="r"/>
            <a:r>
              <a:rPr lang="en-US"/>
              <a:t>HPE Internal Use Only</a:t>
            </a:r>
            <a:endParaRPr lang="en-US" dirty="0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CFC1136A-896A-76E1-27E3-EDB5BA69D9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21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 1">
            <a:extLst>
              <a:ext uri="{FF2B5EF4-FFF2-40B4-BE49-F238E27FC236}">
                <a16:creationId xmlns:a16="http://schemas.microsoft.com/office/drawing/2014/main" id="{4E88EF78-F59D-C574-CB69-2E45E149005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74907" y="388783"/>
            <a:ext cx="1019648" cy="291328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D8F1716A-DDAD-C857-DA18-700C253594E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4903" y="1813791"/>
            <a:ext cx="10012359" cy="1577109"/>
          </a:xfrm>
        </p:spPr>
        <p:txBody>
          <a:bodyPr lIns="0" tIns="46990" rIns="0" bIns="46990"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Cover </a:t>
            </a:r>
            <a:r>
              <a:rPr lang="pl-PL" dirty="0"/>
              <a:t>2</a:t>
            </a:r>
            <a:endParaRPr lang="en-US" dirty="0"/>
          </a:p>
        </p:txBody>
      </p:sp>
      <p:sp>
        <p:nvSpPr>
          <p:cNvPr id="3" name="Subtitle 3">
            <a:extLst>
              <a:ext uri="{FF2B5EF4-FFF2-40B4-BE49-F238E27FC236}">
                <a16:creationId xmlns:a16="http://schemas.microsoft.com/office/drawing/2014/main" id="{9DD017E7-8219-F5E5-3540-C5F49FDCB4B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4903" y="3424765"/>
            <a:ext cx="10012359" cy="415635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Speaker name and title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F9FACA99-300C-C0DE-F0C7-87CBFEF9FF1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4904" y="3840400"/>
            <a:ext cx="10012358" cy="338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Date</a:t>
            </a:r>
            <a:endParaRPr lang="en-PL" dirty="0"/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F73DDC77-83F8-71BB-887B-00ACB6AAF1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bg1"/>
                </a:solidFill>
                <a:latin typeface="+mn-lt"/>
              </a:defRPr>
            </a:lvl1pPr>
          </a:lstStyle>
          <a:p>
            <a:pPr algn="r"/>
            <a:r>
              <a:rPr lang="en-US"/>
              <a:t>HPE Internal Use Only</a:t>
            </a:r>
            <a:endParaRPr lang="en-US" dirty="0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A110E4C6-ABCD-459E-FAAA-7B95972375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61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7" orient="horz" pos="2160">
          <p15:clr>
            <a:srgbClr val="FBAE40"/>
          </p15:clr>
        </p15:guide>
        <p15:guide id="8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3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Logo 1">
            <a:extLst>
              <a:ext uri="{FF2B5EF4-FFF2-40B4-BE49-F238E27FC236}">
                <a16:creationId xmlns:a16="http://schemas.microsoft.com/office/drawing/2014/main" id="{CE48E933-DCCF-ED83-DBB3-2BE222A070F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74907" y="388783"/>
            <a:ext cx="1019648" cy="291328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737E6E4C-C217-689D-1471-4C501F40099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4903" y="1813791"/>
            <a:ext cx="10012359" cy="1577109"/>
          </a:xfrm>
        </p:spPr>
        <p:txBody>
          <a:bodyPr lIns="0" tIns="46990" rIns="0" bIns="46990"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Cover </a:t>
            </a:r>
            <a:r>
              <a:rPr lang="pl-PL" dirty="0"/>
              <a:t>3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951AAEB-FACB-BEB7-2F2F-2CAFD29C354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4903" y="3424765"/>
            <a:ext cx="10012359" cy="415635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Speaker name and title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BF2EC4D3-B4C9-725B-520F-06C97C94C74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4904" y="3840400"/>
            <a:ext cx="10012358" cy="338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Date</a:t>
            </a:r>
            <a:endParaRPr lang="en-PL" dirty="0"/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80F46A90-5D26-14BA-0F46-514210F9D5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bg1"/>
                </a:solidFill>
                <a:latin typeface="+mn-lt"/>
              </a:defRPr>
            </a:lvl1pPr>
          </a:lstStyle>
          <a:p>
            <a:pPr algn="r"/>
            <a:r>
              <a:rPr lang="en-US"/>
              <a:t>HPE Internal Use Only</a:t>
            </a:r>
            <a:endParaRPr lang="en-US" dirty="0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75A1BAA4-0575-C23B-02FA-44F8F0E44F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554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7" orient="horz" pos="2160">
          <p15:clr>
            <a:srgbClr val="FBAE40"/>
          </p15:clr>
        </p15:guide>
        <p15:guide id="8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4 with Light Picture"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 1">
            <a:extLst>
              <a:ext uri="{FF2B5EF4-FFF2-40B4-BE49-F238E27FC236}">
                <a16:creationId xmlns:a16="http://schemas.microsoft.com/office/drawing/2014/main" id="{9E8EFE5D-1C0B-203B-2788-D4F44A09CA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4907" y="384049"/>
            <a:ext cx="1024130" cy="292608"/>
          </a:xfrm>
          <a:prstGeom prst="rect">
            <a:avLst/>
          </a:prstGeom>
        </p:spPr>
      </p:pic>
      <p:pic>
        <p:nvPicPr>
          <p:cNvPr id="13" name="Picture Element 2">
            <a:extLst>
              <a:ext uri="{FF2B5EF4-FFF2-40B4-BE49-F238E27FC236}">
                <a16:creationId xmlns:a16="http://schemas.microsoft.com/office/drawing/2014/main" id="{599C7368-45FB-FA9F-C233-DCDE9E9A375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1518948"/>
            <a:ext cx="10934113" cy="5339064"/>
          </a:xfrm>
          <a:prstGeom prst="rect">
            <a:avLst/>
          </a:prstGeom>
        </p:spPr>
      </p:pic>
      <p:sp>
        <p:nvSpPr>
          <p:cNvPr id="5" name="Title 3">
            <a:extLst>
              <a:ext uri="{FF2B5EF4-FFF2-40B4-BE49-F238E27FC236}">
                <a16:creationId xmlns:a16="http://schemas.microsoft.com/office/drawing/2014/main" id="{16C4BC0C-F781-C7F3-DB13-95573E0119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4904" y="1813791"/>
            <a:ext cx="9144000" cy="1577109"/>
          </a:xfrm>
        </p:spPr>
        <p:txBody>
          <a:bodyPr lIns="0" tIns="46990" rIns="0" bIns="4699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Cover 4 (with </a:t>
            </a:r>
            <a:r>
              <a:rPr lang="pl-PL" dirty="0"/>
              <a:t>light </a:t>
            </a:r>
            <a:r>
              <a:rPr lang="en-US" dirty="0"/>
              <a:t>picture)</a:t>
            </a: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39A00734-6277-F5E0-8BC7-94A59936524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0972" y="3424765"/>
            <a:ext cx="9144000" cy="415635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Speaker name and title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F9A279D8-C5C5-617D-D9E9-3F2C91E3504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4904" y="3840400"/>
            <a:ext cx="9144000" cy="338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Date</a:t>
            </a:r>
            <a:endParaRPr lang="en-PL" dirty="0"/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BAF19323-B1B6-6530-8E5F-08008DC5C117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5071873" y="6402310"/>
            <a:ext cx="6217666" cy="1905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  <a:endParaRPr lang="en-US" dirty="0"/>
          </a:p>
        </p:txBody>
      </p:sp>
      <p:sp>
        <p:nvSpPr>
          <p:cNvPr id="12" name="Slide Number Placeholder 7">
            <a:extLst>
              <a:ext uri="{FF2B5EF4-FFF2-40B4-BE49-F238E27FC236}">
                <a16:creationId xmlns:a16="http://schemas.microsoft.com/office/drawing/2014/main" id="{3493C0B3-BBBD-2A83-6022-6CEEC4390C3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11468100" y="6402310"/>
            <a:ext cx="340782" cy="1905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897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7" orient="horz" pos="2136">
          <p15:clr>
            <a:srgbClr val="FBAE40"/>
          </p15:clr>
        </p15:guide>
        <p15:guide id="8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4 with Dark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 1">
            <a:extLst>
              <a:ext uri="{FF2B5EF4-FFF2-40B4-BE49-F238E27FC236}">
                <a16:creationId xmlns:a16="http://schemas.microsoft.com/office/drawing/2014/main" id="{90C416B6-8942-F725-5360-F866FC4DBA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4907" y="388783"/>
            <a:ext cx="1019648" cy="291328"/>
          </a:xfrm>
          <a:prstGeom prst="rect">
            <a:avLst/>
          </a:prstGeom>
        </p:spPr>
      </p:pic>
      <p:pic>
        <p:nvPicPr>
          <p:cNvPr id="13" name="Picture Element 2">
            <a:extLst>
              <a:ext uri="{FF2B5EF4-FFF2-40B4-BE49-F238E27FC236}">
                <a16:creationId xmlns:a16="http://schemas.microsoft.com/office/drawing/2014/main" id="{599C7368-45FB-FA9F-C233-DCDE9E9A375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1518948"/>
            <a:ext cx="10934113" cy="5339064"/>
          </a:xfrm>
          <a:prstGeom prst="rect">
            <a:avLst/>
          </a:prstGeom>
        </p:spPr>
      </p:pic>
      <p:sp>
        <p:nvSpPr>
          <p:cNvPr id="6" name="Title 3">
            <a:extLst>
              <a:ext uri="{FF2B5EF4-FFF2-40B4-BE49-F238E27FC236}">
                <a16:creationId xmlns:a16="http://schemas.microsoft.com/office/drawing/2014/main" id="{FE143FAF-01B4-C3E7-95E8-FEE1DC5194D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4904" y="1813791"/>
            <a:ext cx="9144000" cy="1577109"/>
          </a:xfrm>
        </p:spPr>
        <p:txBody>
          <a:bodyPr lIns="0" tIns="46990" rIns="0" bIns="4699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Cover 4 (with dark picture)</a:t>
            </a:r>
          </a:p>
        </p:txBody>
      </p:sp>
      <p:sp>
        <p:nvSpPr>
          <p:cNvPr id="10" name="Subtitle 4">
            <a:extLst>
              <a:ext uri="{FF2B5EF4-FFF2-40B4-BE49-F238E27FC236}">
                <a16:creationId xmlns:a16="http://schemas.microsoft.com/office/drawing/2014/main" id="{B225C9A1-45DB-E186-26F7-3371EA3EA3E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0972" y="3424765"/>
            <a:ext cx="9144000" cy="415635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Speaker name and title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4A98A871-FE7C-49C5-7AA0-C2E1DFAF42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4904" y="3840400"/>
            <a:ext cx="9144000" cy="338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Date</a:t>
            </a:r>
            <a:endParaRPr lang="en-PL" dirty="0"/>
          </a:p>
        </p:txBody>
      </p:sp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0CAD2074-99FC-2210-F4AE-EEF686EDF79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5071873" y="6402310"/>
            <a:ext cx="6217666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  <a:endParaRPr lang="en-US" dirty="0"/>
          </a:p>
        </p:txBody>
      </p:sp>
      <p:sp>
        <p:nvSpPr>
          <p:cNvPr id="14" name="Slide Number Placeholder 7">
            <a:extLst>
              <a:ext uri="{FF2B5EF4-FFF2-40B4-BE49-F238E27FC236}">
                <a16:creationId xmlns:a16="http://schemas.microsoft.com/office/drawing/2014/main" id="{95DE8206-8766-76A0-66D7-681C7A88715F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11468100" y="6402310"/>
            <a:ext cx="340782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617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7" orient="horz" pos="2136">
          <p15:clr>
            <a:srgbClr val="FBAE40"/>
          </p15:clr>
        </p15:guide>
        <p15:guide id="8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5 with Pictur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 1">
            <a:extLst>
              <a:ext uri="{FF2B5EF4-FFF2-40B4-BE49-F238E27FC236}">
                <a16:creationId xmlns:a16="http://schemas.microsoft.com/office/drawing/2014/main" id="{1F77E1E3-BCF7-48C7-5B68-3DC19D3529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74907" y="388783"/>
            <a:ext cx="1019648" cy="291328"/>
          </a:xfrm>
          <a:prstGeom prst="rect">
            <a:avLst/>
          </a:prstGeo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6FF98558-983E-3C95-6E5E-CED77231A03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738" y="1178790"/>
            <a:ext cx="9144000" cy="1577109"/>
          </a:xfrm>
        </p:spPr>
        <p:txBody>
          <a:bodyPr lIns="0" tIns="46990" rIns="0" bIns="46990" anchor="b"/>
          <a:lstStyle>
            <a:lvl1pPr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Cover 5 (with picture)</a:t>
            </a:r>
          </a:p>
        </p:txBody>
      </p:sp>
      <p:sp>
        <p:nvSpPr>
          <p:cNvPr id="8" name="Subtitle 3">
            <a:extLst>
              <a:ext uri="{FF2B5EF4-FFF2-40B4-BE49-F238E27FC236}">
                <a16:creationId xmlns:a16="http://schemas.microsoft.com/office/drawing/2014/main" id="{B437DD48-77F2-EB8A-0273-96AFDBCD60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455099" y="2887955"/>
            <a:ext cx="2485505" cy="102682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Speaker name and title maximum three lines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4F33D1E-907C-7EED-2B6B-81819F2761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55098" y="3924300"/>
            <a:ext cx="2485506" cy="338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Date</a:t>
            </a:r>
            <a:endParaRPr lang="en-PL" dirty="0"/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3BD4F32D-3591-565F-ADF6-7D7D28EF243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-1" y="2974206"/>
            <a:ext cx="9206753" cy="388379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lIns="0" tIns="0" rIns="0" bIns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Image placeholder</a:t>
            </a:r>
          </a:p>
        </p:txBody>
      </p:sp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209120AF-5C31-CC41-CC76-B1DD582572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455097" y="6155690"/>
            <a:ext cx="1834441" cy="450628"/>
          </a:xfrm>
          <a:prstGeom prst="rect">
            <a:avLst/>
          </a:prstGeom>
        </p:spPr>
        <p:txBody>
          <a:bodyPr vert="horz" lIns="0" tIns="45720" rIns="0" bIns="45720" rtlCol="0" anchor="b"/>
          <a:lstStyle>
            <a:lvl1pPr algn="l">
              <a:defRPr sz="900" b="0" i="0">
                <a:solidFill>
                  <a:schemeClr val="bg1"/>
                </a:solidFill>
                <a:latin typeface="+mn-lt"/>
              </a:defRPr>
            </a:lvl1pPr>
          </a:lstStyle>
          <a:p>
            <a:pPr algn="r"/>
            <a:r>
              <a:rPr lang="en-US"/>
              <a:t>HPE Internal Use Only</a:t>
            </a:r>
            <a:endParaRPr lang="en-US" dirty="0"/>
          </a:p>
        </p:txBody>
      </p:sp>
      <p:sp>
        <p:nvSpPr>
          <p:cNvPr id="13" name="Slide Number Placeholder 7">
            <a:extLst>
              <a:ext uri="{FF2B5EF4-FFF2-40B4-BE49-F238E27FC236}">
                <a16:creationId xmlns:a16="http://schemas.microsoft.com/office/drawing/2014/main" id="{AC8ACCCA-268B-DA88-E3A1-75879F0ABF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777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7" orient="horz" pos="2160">
          <p15:clr>
            <a:srgbClr val="FBAE40"/>
          </p15:clr>
        </p15:guide>
        <p15:guide id="8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6 with Picture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Element image 1">
            <a:extLst>
              <a:ext uri="{FF2B5EF4-FFF2-40B4-BE49-F238E27FC236}">
                <a16:creationId xmlns:a16="http://schemas.microsoft.com/office/drawing/2014/main" id="{557B342C-B686-916C-8D1E-533F53E2C2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176186" y="0"/>
            <a:ext cx="7015814" cy="6858000"/>
          </a:xfrm>
          <a:prstGeom prst="rect">
            <a:avLst/>
          </a:prstGeom>
        </p:spPr>
      </p:pic>
      <p:sp>
        <p:nvSpPr>
          <p:cNvPr id="3" name="Background 2">
            <a:extLst>
              <a:ext uri="{FF2B5EF4-FFF2-40B4-BE49-F238E27FC236}">
                <a16:creationId xmlns:a16="http://schemas.microsoft.com/office/drawing/2014/main" id="{A7CCABD4-51B4-7166-CB47-7D48831B54E2}"/>
              </a:ext>
            </a:extLst>
          </p:cNvPr>
          <p:cNvSpPr/>
          <p:nvPr userDrawn="1"/>
        </p:nvSpPr>
        <p:spPr>
          <a:xfrm>
            <a:off x="0" y="0"/>
            <a:ext cx="517618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4" name="Logo 3">
            <a:extLst>
              <a:ext uri="{FF2B5EF4-FFF2-40B4-BE49-F238E27FC236}">
                <a16:creationId xmlns:a16="http://schemas.microsoft.com/office/drawing/2014/main" id="{4806648E-0A16-A63C-9A18-9BD31626132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74907" y="388783"/>
            <a:ext cx="1019648" cy="291328"/>
          </a:xfrm>
          <a:prstGeom prst="rect">
            <a:avLst/>
          </a:prstGeom>
        </p:spPr>
      </p:pic>
      <p:sp>
        <p:nvSpPr>
          <p:cNvPr id="6" name="Title 4">
            <a:extLst>
              <a:ext uri="{FF2B5EF4-FFF2-40B4-BE49-F238E27FC236}">
                <a16:creationId xmlns:a16="http://schemas.microsoft.com/office/drawing/2014/main" id="{EC5E4A18-3248-8BC1-CA0C-BBF76EC74B5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9912" y="1127322"/>
            <a:ext cx="4465637" cy="2951480"/>
          </a:xfrm>
        </p:spPr>
        <p:txBody>
          <a:bodyPr tIns="46990" rIns="0" bIns="46990"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Cover 6 </a:t>
            </a:r>
            <a:br>
              <a:rPr lang="en-US" dirty="0"/>
            </a:br>
            <a:r>
              <a:rPr lang="en-US" dirty="0"/>
              <a:t>(with picture)</a:t>
            </a:r>
          </a:p>
        </p:txBody>
      </p:sp>
      <p:sp>
        <p:nvSpPr>
          <p:cNvPr id="7" name="Subtitle 5">
            <a:extLst>
              <a:ext uri="{FF2B5EF4-FFF2-40B4-BE49-F238E27FC236}">
                <a16:creationId xmlns:a16="http://schemas.microsoft.com/office/drawing/2014/main" id="{A6C7EF18-D503-531B-6E9B-CAF12C200BF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4650" y="4101316"/>
            <a:ext cx="4465638" cy="680234"/>
          </a:xfrm>
          <a:prstGeom prst="rect">
            <a:avLst/>
          </a:prstGeom>
        </p:spPr>
        <p:txBody>
          <a:bodyPr anchor="ctr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Speaker name and title</a:t>
            </a:r>
            <a:br>
              <a:rPr lang="en-US" dirty="0"/>
            </a:br>
            <a:r>
              <a:rPr lang="en-US" dirty="0"/>
              <a:t>over 2 lines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8443F20-9B2B-3BA2-7602-7CBA6815710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4907" y="4838706"/>
            <a:ext cx="4465637" cy="338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Date</a:t>
            </a:r>
            <a:endParaRPr lang="en-PL" dirty="0"/>
          </a:p>
        </p:txBody>
      </p:sp>
      <p:sp>
        <p:nvSpPr>
          <p:cNvPr id="9" name="Footer Placeholder 7">
            <a:extLst>
              <a:ext uri="{FF2B5EF4-FFF2-40B4-BE49-F238E27FC236}">
                <a16:creationId xmlns:a16="http://schemas.microsoft.com/office/drawing/2014/main" id="{53EBDA8C-BF4A-2769-977C-5BF1EA2F62B6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5071873" y="6402310"/>
            <a:ext cx="6217666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  <a:endParaRPr lang="en-US" dirty="0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362B74B4-AA86-806A-A172-0AA93416D8C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11468100" y="6402310"/>
            <a:ext cx="340782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7098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7" orient="horz" pos="2160">
          <p15:clr>
            <a:srgbClr val="FBAE40"/>
          </p15:clr>
        </p15:guide>
        <p15:guide id="8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AA170-8CC0-47B1-FE7B-FCA095BCC1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1432242"/>
            <a:ext cx="8599487" cy="1846659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6000" b="0" i="0">
                <a:solidFill>
                  <a:schemeClr val="bg1"/>
                </a:solidFill>
                <a:latin typeface="HPE Graphik Light" pitchFamily="2" charset="77"/>
              </a:defRPr>
            </a:lvl1pPr>
          </a:lstStyle>
          <a:p>
            <a:r>
              <a:rPr lang="en-US" dirty="0"/>
              <a:t>Divider 1</a:t>
            </a:r>
            <a:br>
              <a:rPr lang="en-US" dirty="0"/>
            </a:br>
            <a:r>
              <a:rPr lang="en-US" dirty="0"/>
              <a:t>two lines max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9C2486-EF2B-1442-FE2C-36120DCDA0B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77021" y="3424794"/>
            <a:ext cx="6633379" cy="3651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here only if needed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7F33158-1754-653B-F011-1E6EDDA861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bg1"/>
                </a:solidFill>
                <a:latin typeface="+mn-lt"/>
              </a:defRPr>
            </a:lvl1pPr>
          </a:lstStyle>
          <a:p>
            <a:pPr algn="r"/>
            <a:r>
              <a:rPr lang="en-US"/>
              <a:t>HPE Internal Use Only</a:t>
            </a:r>
            <a:endParaRPr lang="en-US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07E9BAFD-B89D-1DD6-6FAB-B033012DF6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857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AA170-8CC0-47B1-FE7B-FCA095BCC1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1432242"/>
            <a:ext cx="8599487" cy="1846659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6000" b="0" i="0">
                <a:solidFill>
                  <a:schemeClr val="bg1"/>
                </a:solidFill>
                <a:latin typeface="HPE Graphik Light" pitchFamily="2" charset="77"/>
              </a:defRPr>
            </a:lvl1pPr>
          </a:lstStyle>
          <a:p>
            <a:r>
              <a:rPr lang="en-US" dirty="0"/>
              <a:t>Divider 2</a:t>
            </a:r>
            <a:br>
              <a:rPr lang="en-US" dirty="0"/>
            </a:br>
            <a:r>
              <a:rPr lang="en-US" dirty="0"/>
              <a:t>two lines max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9C2486-EF2B-1442-FE2C-36120DCDA0B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77021" y="3424794"/>
            <a:ext cx="6633379" cy="3651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here only if needed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6C1509-153F-BD27-73E3-F87006A3EC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bg1"/>
                </a:solidFill>
                <a:latin typeface="+mn-lt"/>
              </a:defRPr>
            </a:lvl1pPr>
          </a:lstStyle>
          <a:p>
            <a:pPr algn="r"/>
            <a:r>
              <a:rPr lang="en-US"/>
              <a:t>HPE Internal Use Only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318031-32A0-57F5-89E3-BD97D3EE47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728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AA170-8CC0-47B1-FE7B-FCA095BCC1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1432242"/>
            <a:ext cx="8599487" cy="1846659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6000" b="0" i="0">
                <a:solidFill>
                  <a:schemeClr val="bg1"/>
                </a:solidFill>
                <a:latin typeface="HPE Graphik Light" pitchFamily="2" charset="77"/>
              </a:defRPr>
            </a:lvl1pPr>
          </a:lstStyle>
          <a:p>
            <a:r>
              <a:rPr lang="en-US" dirty="0"/>
              <a:t>Divider 3</a:t>
            </a:r>
            <a:br>
              <a:rPr lang="en-US" dirty="0"/>
            </a:br>
            <a:r>
              <a:rPr lang="en-US" dirty="0"/>
              <a:t>two lines max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9C2486-EF2B-1442-FE2C-36120DCDA0B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77021" y="3424794"/>
            <a:ext cx="6633379" cy="3651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here only if needed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23C35D8-793D-910E-958E-12734E9433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bg1"/>
                </a:solidFill>
                <a:latin typeface="+mn-lt"/>
              </a:defRPr>
            </a:lvl1pPr>
          </a:lstStyle>
          <a:p>
            <a:pPr algn="r"/>
            <a:r>
              <a:rPr lang="en-US"/>
              <a:t>HPE Internal Use Only</a:t>
            </a:r>
            <a:endParaRPr lang="en-US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B0ABB62-7FB2-A10A-FB79-640977444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01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4 with Picture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Element image 1">
            <a:extLst>
              <a:ext uri="{FF2B5EF4-FFF2-40B4-BE49-F238E27FC236}">
                <a16:creationId xmlns:a16="http://schemas.microsoft.com/office/drawing/2014/main" id="{30F3CD40-7901-A0C1-5722-522BC750D7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2">
            <a:extLst>
              <a:ext uri="{FF2B5EF4-FFF2-40B4-BE49-F238E27FC236}">
                <a16:creationId xmlns:a16="http://schemas.microsoft.com/office/drawing/2014/main" id="{951F0D95-92C8-F614-A840-CCF636DDBE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5" y="393193"/>
            <a:ext cx="11433977" cy="946080"/>
          </a:xfrm>
          <a:prstGeom prst="rect">
            <a:avLst/>
          </a:prstGeom>
        </p:spPr>
        <p:txBody>
          <a:bodyPr lIns="0" tIns="0" rIns="91440" bIns="0"/>
          <a:lstStyle>
            <a:lvl1pPr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sz="6000" b="0">
                <a:solidFill>
                  <a:schemeClr val="bg1"/>
                </a:solidFill>
                <a:latin typeface="HPE Graphik Light" pitchFamily="50" charset="0"/>
              </a:defRPr>
            </a:lvl1pPr>
          </a:lstStyle>
          <a:p>
            <a:r>
              <a:rPr lang="en-US" dirty="0"/>
              <a:t>Divider 4 (with picture)</a:t>
            </a:r>
          </a:p>
        </p:txBody>
      </p:sp>
      <p:pic>
        <p:nvPicPr>
          <p:cNvPr id="4" name="Element 3">
            <a:extLst>
              <a:ext uri="{FF2B5EF4-FFF2-40B4-BE49-F238E27FC236}">
                <a16:creationId xmlns:a16="http://schemas.microsoft.com/office/drawing/2014/main" id="{C74EFE2C-6A22-F5CF-733E-76B818D459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374651" y="6402311"/>
            <a:ext cx="527812" cy="150888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D7B23CD-0964-2C4F-2645-F616DF81D0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bg1"/>
                </a:solidFill>
                <a:latin typeface="+mn-lt"/>
              </a:defRPr>
            </a:lvl1pPr>
          </a:lstStyle>
          <a:p>
            <a:pPr algn="r"/>
            <a:r>
              <a:rPr lang="en-US"/>
              <a:t>HPE Internal Use Only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C3AD242-1EDC-575F-5C91-FD24DABDDF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751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3D8A3-3BF7-DFC0-ECCC-AA97727DE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325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AF64F-D60D-4B14-A3F5-DFAC2EA02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599" y="1165860"/>
            <a:ext cx="11404800" cy="5097600"/>
          </a:xfrm>
          <a:prstGeom prst="rect">
            <a:avLst/>
          </a:prstGeom>
        </p:spPr>
        <p:txBody>
          <a:bodyPr lIns="0" tIns="45720" rIns="0" bIns="45720"/>
          <a:lstStyle>
            <a:lvl1pPr>
              <a:spcAft>
                <a:spcPts val="0"/>
              </a:spcAft>
              <a:defRPr>
                <a:solidFill>
                  <a:schemeClr val="bg1"/>
                </a:solidFill>
              </a:defRPr>
            </a:lvl1pPr>
            <a:lvl2pPr>
              <a:spcAft>
                <a:spcPts val="0"/>
              </a:spcAft>
              <a:defRPr>
                <a:solidFill>
                  <a:schemeClr val="bg1"/>
                </a:solidFill>
              </a:defRPr>
            </a:lvl2pPr>
            <a:lvl3pPr>
              <a:spcAft>
                <a:spcPts val="0"/>
              </a:spcAft>
              <a:defRPr>
                <a:solidFill>
                  <a:schemeClr val="bg1"/>
                </a:solidFill>
              </a:defRPr>
            </a:lvl3pPr>
            <a:lvl4pPr>
              <a:spcAft>
                <a:spcPts val="0"/>
              </a:spcAft>
              <a:defRPr>
                <a:solidFill>
                  <a:schemeClr val="bg1"/>
                </a:solidFill>
              </a:defRPr>
            </a:lvl4pPr>
            <a:lvl5pPr>
              <a:spcAft>
                <a:spcPts val="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5950AEB8-B6D0-880B-EBAF-12F9106509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71873" y="6402310"/>
            <a:ext cx="6217666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  <a:endParaRPr lang="en-US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2F31BB37-A24D-528B-DC57-FF835AB925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68100" y="6402310"/>
            <a:ext cx="340782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657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2)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2935C37-AF71-7BE2-5BEC-E3BED82F49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393192"/>
            <a:ext cx="11442628" cy="775846"/>
          </a:xfr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two-line title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D435A4A-9CCA-4CC3-D53B-3EE4478E1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904" y="1541417"/>
            <a:ext cx="11433977" cy="4730795"/>
          </a:xfrm>
          <a:prstGeom prst="rect">
            <a:avLst/>
          </a:prstGeom>
        </p:spPr>
        <p:txBody>
          <a:bodyPr lIns="0" tIns="45720" rIns="0" bIns="45720"/>
          <a:lstStyle>
            <a:lvl1pPr>
              <a:spcAft>
                <a:spcPts val="0"/>
              </a:spcAft>
              <a:defRPr>
                <a:solidFill>
                  <a:schemeClr val="bg1"/>
                </a:solidFill>
              </a:defRPr>
            </a:lvl1pPr>
            <a:lvl2pPr>
              <a:spcAft>
                <a:spcPts val="0"/>
              </a:spcAft>
              <a:defRPr>
                <a:solidFill>
                  <a:schemeClr val="bg1"/>
                </a:solidFill>
              </a:defRPr>
            </a:lvl2pPr>
            <a:lvl3pPr>
              <a:spcAft>
                <a:spcPts val="0"/>
              </a:spcAft>
              <a:defRPr>
                <a:solidFill>
                  <a:schemeClr val="bg1"/>
                </a:solidFill>
              </a:defRPr>
            </a:lvl3pPr>
            <a:lvl4pPr>
              <a:spcAft>
                <a:spcPts val="0"/>
              </a:spcAft>
              <a:defRPr>
                <a:solidFill>
                  <a:schemeClr val="bg1"/>
                </a:solidFill>
              </a:defRPr>
            </a:lvl4pPr>
            <a:lvl5pPr>
              <a:spcAft>
                <a:spcPts val="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9F7D61A3-65D8-C0DF-2FB0-507AAE44BF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71873" y="6402310"/>
            <a:ext cx="6217666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  <a:endParaRPr lang="en-US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5BD0D662-C035-51F7-D247-6A8789C97A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68100" y="6402310"/>
            <a:ext cx="340782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117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FF7E108-209F-70B3-E7D8-D76F504BE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5498"/>
          </a:xfrm>
        </p:spPr>
        <p:txBody>
          <a:bodyPr lIns="0" tIns="0" rIns="91440" bIns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4472A5B9-23DB-7A13-FBC5-E34D1B83E8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854202"/>
            <a:ext cx="11433978" cy="369486"/>
          </a:xfrm>
          <a:prstGeom prst="rect">
            <a:avLst/>
          </a:prstGeom>
        </p:spPr>
        <p:txBody>
          <a:bodyPr vert="horz" lIns="0" tIns="0" rIns="91440" bIns="4572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" panose="020B0604020202020204" pitchFamily="34" charset="0"/>
              <a:buNone/>
              <a:defRPr sz="200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0A5C666-310E-46C8-500E-2AAFC1E285BE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4904" y="1541417"/>
            <a:ext cx="11433977" cy="4730795"/>
          </a:xfrm>
          <a:prstGeom prst="rect">
            <a:avLst/>
          </a:prstGeo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07C9CDFF-E70D-A17E-38A8-DEFD4DAEDF0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468100" y="6402310"/>
            <a:ext cx="340782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defTabSz="1088421"/>
            <a:fld id="{104FC826-72BB-4AF1-BA01-A94F7396A7DC}" type="slidenum">
              <a:rPr lang="en-US" smtClean="0"/>
              <a:pPr defTabSz="1088421"/>
              <a:t>‹#›</a:t>
            </a:fld>
            <a:endParaRPr lang="en-US" dirty="0"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4DEDDA9A-0C7E-8321-C3F7-80E4CBBC446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5071873" y="6402310"/>
            <a:ext cx="6217666" cy="190500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HPE Internal Use Only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586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2)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475E6F1-C282-C1C2-EBB4-A5431A8E8B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393192"/>
            <a:ext cx="11442628" cy="775846"/>
          </a:xfrm>
        </p:spPr>
        <p:txBody>
          <a:bodyPr bIns="0" anchor="t"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two-line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3F086EDE-A866-E062-D4BE-86DAA615FD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1216152"/>
            <a:ext cx="11433978" cy="369486"/>
          </a:xfrm>
          <a:prstGeom prst="rect">
            <a:avLst/>
          </a:prstGeom>
        </p:spPr>
        <p:txBody>
          <a:bodyPr tIns="0"/>
          <a:lstStyle>
            <a:lvl1pPr>
              <a:defRPr sz="2000">
                <a:solidFill>
                  <a:schemeClr val="bg1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4152473-96B6-1F7B-9B50-78C3EE429998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74904" y="1920874"/>
            <a:ext cx="11433977" cy="4358006"/>
          </a:xfrm>
          <a:prstGeom prst="rect">
            <a:avLst/>
          </a:prstGeom>
        </p:spPr>
        <p:txBody>
          <a:bodyPr lIns="0" rIns="0"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6CB20E5-4E19-87B5-0131-9FF63A8F55F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071873" y="6402310"/>
            <a:ext cx="6217666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algn="r"/>
            <a:r>
              <a:rPr lang="en-US"/>
              <a:t>HPE Internal Use Only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2436E1E-F08D-AB3F-3384-3CA378D1A8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68100" y="6402310"/>
            <a:ext cx="340782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07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DF54CD9-6BFF-35F6-E97D-DEFC5AF0B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5498"/>
          </a:xfr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91440" bIns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B7C3BF4-E1B9-BDCE-63CB-6B5AD9706A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854202"/>
            <a:ext cx="11433978" cy="369486"/>
          </a:xfrm>
          <a:prstGeom prst="rect">
            <a:avLst/>
          </a:prstGeom>
        </p:spPr>
        <p:txBody>
          <a:bodyPr lIns="0" tIns="0" rIns="9144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" panose="020B0604020202020204" pitchFamily="34" charset="0"/>
              <a:buNone/>
              <a:defRPr sz="2000" baseline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one-line subtitle</a:t>
            </a:r>
          </a:p>
        </p:txBody>
      </p:sp>
      <p:sp>
        <p:nvSpPr>
          <p:cNvPr id="7" name="Heading 3">
            <a:extLst>
              <a:ext uri="{FF2B5EF4-FFF2-40B4-BE49-F238E27FC236}">
                <a16:creationId xmlns:a16="http://schemas.microsoft.com/office/drawing/2014/main" id="{4BA72174-239F-C150-1E08-D66E59ACF7C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4902" y="1526183"/>
            <a:ext cx="11433977" cy="369486"/>
          </a:xfrm>
          <a:prstGeom prst="rect">
            <a:avLst/>
          </a:prstGeom>
        </p:spPr>
        <p:txBody>
          <a:bodyPr lIns="0" tIns="0" rIns="91440" bIns="45720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one-line heading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D88B589A-E4D8-1E35-C89B-8EF5E73A873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74904" y="1920874"/>
            <a:ext cx="11433977" cy="4358006"/>
          </a:xfrm>
          <a:prstGeom prst="rect">
            <a:avLst/>
          </a:prstGeo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DCB483ED-1631-70C5-1C16-FFFB61DF7DC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071873" y="6402310"/>
            <a:ext cx="6217666" cy="190500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HPE Internal Use Only</a:t>
            </a:r>
            <a:endParaRPr lang="en-US" dirty="0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98DA90C3-1C74-1328-373C-29FE52ABDE3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468100" y="6402310"/>
            <a:ext cx="340782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defTabSz="1088421"/>
            <a:fld id="{104FC826-72BB-4AF1-BA01-A94F7396A7DC}" type="slidenum">
              <a:rPr lang="en-US" smtClean="0"/>
              <a:pPr defTabSz="1088421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658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9B10F-BEDA-0D49-8CED-5116EA1D2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325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9031B-3F08-25DA-EA24-92532131C2A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85100" y="1165860"/>
            <a:ext cx="5523992" cy="510063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B939A270-CC2A-39E1-246E-60687F6D58E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260021" y="1165860"/>
            <a:ext cx="5523992" cy="510063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F0A4D26-AD03-3399-1FE3-A8A146C5B85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5071873" y="6402310"/>
            <a:ext cx="6217666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7158AC6-7F23-86B0-7BB6-FC06E64CA38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468100" y="6402310"/>
            <a:ext cx="340782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827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2)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F8A7D-F28D-CB48-08CF-EF9E06AB6D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393192"/>
            <a:ext cx="11442628" cy="775846"/>
          </a:xfrm>
        </p:spPr>
        <p:txBody>
          <a:bodyPr lIns="0" tIns="0" rIns="91440" bIns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two-line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77A8F-A993-B6FD-8E82-39696FAB0304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374904" y="1541418"/>
            <a:ext cx="5523992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91440" bIns="45720"/>
          <a:lstStyle>
            <a:lvl1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B3915F-D068-ED0F-F80D-B135A7EB24BB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260021" y="1541417"/>
            <a:ext cx="5523992" cy="4729841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/>
          <a:lstStyle>
            <a:lvl1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12104E3-02A2-539E-BB5E-EF8C0C5ACAA0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5071873" y="6402310"/>
            <a:ext cx="6217666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0B61EE7-260F-B198-DA98-1C99F3695493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1468100" y="6402310"/>
            <a:ext cx="340782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413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86BB0-0CD0-00A5-60AB-5EE89FCF8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5498"/>
          </a:xfrm>
        </p:spPr>
        <p:txBody>
          <a:bodyPr lIns="0" tIns="0" rIns="91440" bIns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61EE43-A7D2-6267-497A-B98E03D2B6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854202"/>
            <a:ext cx="11433978" cy="369486"/>
          </a:xfrm>
          <a:prstGeom prst="rect">
            <a:avLst/>
          </a:prstGeom>
        </p:spPr>
        <p:txBody>
          <a:bodyPr vert="horz" lIns="0" tIns="0" rIns="91440" bIns="4572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519F3E-0FEF-E8E9-B849-A44922022BAC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374904" y="1541418"/>
            <a:ext cx="5523992" cy="473746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91440" bIns="45720"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8A3BEFE0-03F2-21C9-5B78-9E4580E28286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260021" y="1541418"/>
            <a:ext cx="5523992" cy="473746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/>
          <a:lstStyle>
            <a:lvl1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ED37E6C5-C786-66D0-4E00-7378A40B810E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5071873" y="6402310"/>
            <a:ext cx="6217666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  <a:endParaRPr lang="en-US" dirty="0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2B98AD95-1279-AD1A-AD80-179021CAA17D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1468100" y="6402310"/>
            <a:ext cx="340782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092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2), Sub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A88CC-1010-4E30-9F80-DC4BB451D8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393192"/>
            <a:ext cx="11442628" cy="775846"/>
          </a:xfrm>
        </p:spPr>
        <p:txBody>
          <a:bodyPr lIns="0" tIns="0" rIns="91440" bIns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two-line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29328E-7B39-E002-AF34-9200E5E3CA7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1216152"/>
            <a:ext cx="11442628" cy="369486"/>
          </a:xfrm>
          <a:prstGeom prst="rect">
            <a:avLst/>
          </a:prstGeom>
        </p:spPr>
        <p:txBody>
          <a:bodyPr vert="horz" lIns="0" tIns="0" rIns="0" bIns="4572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BA8EFD-5792-7B4F-1D20-1E31A946CEF9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374904" y="1888132"/>
            <a:ext cx="5523992" cy="4383127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91440" bIns="45720"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F6DEC8F3-45F4-A6A2-BABC-DA48F138C44F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260021" y="1888133"/>
            <a:ext cx="5523992" cy="4383126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/>
          <a:lstStyle>
            <a:lvl1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BA7DFB59-A826-0E6C-FCCF-C77C033AA381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5071873" y="6402310"/>
            <a:ext cx="6217666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  <a:endParaRPr lang="en-US" dirty="0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4503040A-0AB8-6996-4421-787CEAF7956E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1468100" y="6402310"/>
            <a:ext cx="340782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918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nd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528D8-C271-5C47-A09E-9CD90C96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5498"/>
          </a:xfrm>
        </p:spPr>
        <p:txBody>
          <a:bodyPr lIns="0" tIns="0" rIns="91440" bIns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Heading 2">
            <a:extLst>
              <a:ext uri="{FF2B5EF4-FFF2-40B4-BE49-F238E27FC236}">
                <a16:creationId xmlns:a16="http://schemas.microsoft.com/office/drawing/2014/main" id="{08AAE6CE-B9BB-71FF-B3F4-8A57F320BCC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4903" y="1129022"/>
            <a:ext cx="5523992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bg1"/>
                </a:solidFill>
                <a:latin typeface="HPE Graphik Semibold" pitchFamily="50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one-line heading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F3AC44C-138B-4E7C-F10E-D1D2D69D4AC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74904" y="1541418"/>
            <a:ext cx="5523992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91440" bIns="45720"/>
          <a:lstStyle>
            <a:lvl1pPr>
              <a:spcAft>
                <a:spcPts val="0"/>
              </a:spcAft>
              <a:defRPr>
                <a:solidFill>
                  <a:schemeClr val="bg1"/>
                </a:solidFill>
                <a:latin typeface="HPE Graphik" pitchFamily="50" charset="0"/>
              </a:defRPr>
            </a:lvl1pPr>
            <a:lvl2pPr>
              <a:spcAft>
                <a:spcPts val="0"/>
              </a:spcAft>
              <a:defRPr>
                <a:solidFill>
                  <a:schemeClr val="bg1"/>
                </a:solidFill>
                <a:latin typeface="HPE Graphik" pitchFamily="50" charset="0"/>
              </a:defRPr>
            </a:lvl2pPr>
            <a:lvl3pPr>
              <a:spcAft>
                <a:spcPts val="0"/>
              </a:spcAft>
              <a:defRPr>
                <a:solidFill>
                  <a:schemeClr val="bg1"/>
                </a:solidFill>
                <a:latin typeface="HPE Graphik" pitchFamily="50" charset="0"/>
              </a:defRPr>
            </a:lvl3pPr>
            <a:lvl4pPr>
              <a:spcAft>
                <a:spcPts val="0"/>
              </a:spcAft>
              <a:defRPr>
                <a:solidFill>
                  <a:schemeClr val="bg1"/>
                </a:solidFill>
                <a:latin typeface="HPE Graphik" pitchFamily="50" charset="0"/>
              </a:defRPr>
            </a:lvl4pPr>
            <a:lvl5pPr>
              <a:spcAft>
                <a:spcPts val="0"/>
              </a:spcAft>
              <a:defRPr>
                <a:solidFill>
                  <a:schemeClr val="bg1"/>
                </a:solidFill>
                <a:latin typeface="HPE Graphik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Heading 4">
            <a:extLst>
              <a:ext uri="{FF2B5EF4-FFF2-40B4-BE49-F238E27FC236}">
                <a16:creationId xmlns:a16="http://schemas.microsoft.com/office/drawing/2014/main" id="{B6018578-D3BC-1274-D0D0-0907131AACB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60399" y="1129022"/>
            <a:ext cx="5523992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bg1"/>
                </a:solidFill>
                <a:latin typeface="HPE Graphik Semibold" pitchFamily="50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one-line heading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F8C68052-3E32-2AA5-C973-E598E204F59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260021" y="1541418"/>
            <a:ext cx="5523992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/>
          <a:lstStyle>
            <a:lvl1pPr>
              <a:spcAft>
                <a:spcPts val="0"/>
              </a:spcAft>
              <a:defRPr>
                <a:solidFill>
                  <a:schemeClr val="bg1"/>
                </a:solidFill>
                <a:latin typeface="HPE Graphik" pitchFamily="50" charset="0"/>
              </a:defRPr>
            </a:lvl1pPr>
            <a:lvl2pPr>
              <a:spcAft>
                <a:spcPts val="0"/>
              </a:spcAft>
              <a:defRPr>
                <a:solidFill>
                  <a:schemeClr val="bg1"/>
                </a:solidFill>
                <a:latin typeface="HPE Graphik" pitchFamily="50" charset="0"/>
              </a:defRPr>
            </a:lvl2pPr>
            <a:lvl3pPr>
              <a:spcAft>
                <a:spcPts val="0"/>
              </a:spcAft>
              <a:defRPr>
                <a:solidFill>
                  <a:schemeClr val="bg1"/>
                </a:solidFill>
                <a:latin typeface="HPE Graphik" pitchFamily="50" charset="0"/>
              </a:defRPr>
            </a:lvl3pPr>
            <a:lvl4pPr>
              <a:spcAft>
                <a:spcPts val="0"/>
              </a:spcAft>
              <a:defRPr>
                <a:solidFill>
                  <a:schemeClr val="bg1"/>
                </a:solidFill>
                <a:latin typeface="HPE Graphik" pitchFamily="50" charset="0"/>
              </a:defRPr>
            </a:lvl4pPr>
            <a:lvl5pPr>
              <a:spcAft>
                <a:spcPts val="0"/>
              </a:spcAft>
              <a:defRPr>
                <a:solidFill>
                  <a:schemeClr val="bg1"/>
                </a:solidFill>
                <a:latin typeface="HPE Graphik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id="{036E03AC-E97B-053F-29C6-10E14864CBE1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071873" y="6402310"/>
            <a:ext cx="6217666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  <a:endParaRPr lang="en-US" dirty="0"/>
          </a:p>
        </p:txBody>
      </p:sp>
      <p:sp>
        <p:nvSpPr>
          <p:cNvPr id="11" name="Slide Number Placeholder 7">
            <a:extLst>
              <a:ext uri="{FF2B5EF4-FFF2-40B4-BE49-F238E27FC236}">
                <a16:creationId xmlns:a16="http://schemas.microsoft.com/office/drawing/2014/main" id="{B1428F4F-95F8-18EC-82E7-D7190F878922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1468100" y="6402310"/>
            <a:ext cx="340782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104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, Subtitle and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359BB-552B-75DD-3F26-5A0B7CE4C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5498"/>
          </a:xfrm>
        </p:spPr>
        <p:txBody>
          <a:bodyPr lIns="0" tIns="0" rIns="91440" bIns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AC21B7-B9F7-B1C2-D183-AD446EB361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854202"/>
            <a:ext cx="11433978" cy="369486"/>
          </a:xfrm>
          <a:prstGeom prst="rect">
            <a:avLst/>
          </a:prstGeom>
        </p:spPr>
        <p:txBody>
          <a:bodyPr vert="horz" lIns="0" tIns="0" rIns="91440" bIns="4572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7" name="Heading 3">
            <a:extLst>
              <a:ext uri="{FF2B5EF4-FFF2-40B4-BE49-F238E27FC236}">
                <a16:creationId xmlns:a16="http://schemas.microsoft.com/office/drawing/2014/main" id="{80CD8EE6-1EE7-E69C-806E-F45E5181833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4904" y="1473135"/>
            <a:ext cx="5523992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bg1"/>
                </a:solidFill>
                <a:latin typeface="HPE Graphik Semibold" pitchFamily="50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one-line heading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D9A1AA45-9324-0B0C-E971-BD7D0EFEB4AC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374904" y="1888132"/>
            <a:ext cx="5523992" cy="4390747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91440" bIns="45720"/>
          <a:lstStyle>
            <a:lvl1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Heading 5">
            <a:extLst>
              <a:ext uri="{FF2B5EF4-FFF2-40B4-BE49-F238E27FC236}">
                <a16:creationId xmlns:a16="http://schemas.microsoft.com/office/drawing/2014/main" id="{4FF7DE57-9EAF-DDA9-319F-AA1EE4FECE4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60021" y="1473135"/>
            <a:ext cx="5523992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bg1"/>
                </a:solidFill>
                <a:latin typeface="HPE Graphik Semibold" pitchFamily="50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one-line heading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2CFC298-C0C5-5652-F70E-28DBFA57EBD6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260021" y="1888133"/>
            <a:ext cx="5523992" cy="4390746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/>
          <a:lstStyle>
            <a:lvl1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7">
            <a:extLst>
              <a:ext uri="{FF2B5EF4-FFF2-40B4-BE49-F238E27FC236}">
                <a16:creationId xmlns:a16="http://schemas.microsoft.com/office/drawing/2014/main" id="{97AE2D89-8E38-15A8-C1C6-5AE0A0A995A6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5071873" y="6402310"/>
            <a:ext cx="6217666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  <a:endParaRPr lang="en-US" dirty="0"/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D7BD906C-9AD7-5996-5928-9DA8652ED573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1468100" y="6402310"/>
            <a:ext cx="340782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263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E5C4C-0EB7-3A92-E4F2-770E89BE6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5498"/>
          </a:xfrm>
        </p:spPr>
        <p:txBody>
          <a:bodyPr lIns="0" tIns="0" rIns="91440" bIns="0" anchor="t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CD6AB-295C-4F7F-C01E-3F5D85CF824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85100" y="1165860"/>
            <a:ext cx="3628711" cy="510063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BA041899-6CA8-D590-BD5D-5D416ED2B65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68787" y="1165860"/>
            <a:ext cx="3628711" cy="510063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44EB63E5-55BF-965A-E453-BC0F1FB58B2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152474" y="1165860"/>
            <a:ext cx="3628711" cy="510063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88D376F6-DE23-73A3-72F4-A1DF315C64CA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071873" y="6402310"/>
            <a:ext cx="6217666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  <a:endParaRPr lang="en-US" dirty="0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A4482F8A-DE87-1AAD-B95B-F052BE5AFFD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468100" y="6402310"/>
            <a:ext cx="340782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728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2) and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8290F-6DF9-9A5D-FCB5-63D917D823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393192"/>
            <a:ext cx="11442628" cy="775846"/>
          </a:xfrm>
        </p:spPr>
        <p:txBody>
          <a:bodyPr lIns="0" tIns="0" rIns="91440" bIns="0" anchor="t" anchorCtr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two-line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87AE4-EEB6-D33C-D1D6-0ACE310E256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74904" y="1541418"/>
            <a:ext cx="3631039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 anchor="t"/>
          <a:lstStyle>
            <a:lvl1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5DB9CF72-3A17-D23F-C902-F930E916248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76344" y="1541418"/>
            <a:ext cx="3631039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 anchor="t"/>
          <a:lstStyle>
            <a:lvl1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25C446E7-7156-487F-51FD-11A96CDA4C59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186492" y="1541418"/>
            <a:ext cx="3631039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 anchor="t"/>
          <a:lstStyle>
            <a:lvl1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63EABCA5-0B6E-6890-D488-105F189037F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5071873" y="6402310"/>
            <a:ext cx="6217666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  <a:endParaRPr lang="en-US" dirty="0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36270470-6E46-5DAE-9E2E-3F169367508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468100" y="6402310"/>
            <a:ext cx="340782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079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E47B6-B1EB-1E8D-9264-332C2EDDC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325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9C23D7-0D20-9765-38B7-4B286868754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854202"/>
            <a:ext cx="11433978" cy="369486"/>
          </a:xfrm>
          <a:prstGeom prst="rect">
            <a:avLst/>
          </a:prstGeom>
        </p:spPr>
        <p:txBody>
          <a:bodyPr vert="horz" lIns="0" tIns="0" rIns="91440" bIns="4572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DF61BA49-20EB-8AF7-A3FF-9FB893B623A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74904" y="1541418"/>
            <a:ext cx="3631039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 anchor="t"/>
          <a:lstStyle>
            <a:lvl1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BCD81CCD-5F00-66A0-B63E-951E7FEA50B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76344" y="1541418"/>
            <a:ext cx="3631039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 anchor="t"/>
          <a:lstStyle>
            <a:lvl1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F856EB83-2054-47E9-50BD-6F4B65876B14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186492" y="1541418"/>
            <a:ext cx="3631039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 anchor="t"/>
          <a:lstStyle>
            <a:lvl1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id="{2F405231-3A7E-D5CA-1B3C-CC143778DA92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071873" y="6402310"/>
            <a:ext cx="6217666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  <a:endParaRPr lang="en-US" dirty="0"/>
          </a:p>
        </p:txBody>
      </p:sp>
      <p:sp>
        <p:nvSpPr>
          <p:cNvPr id="11" name="Slide Number Placeholder 7">
            <a:extLst>
              <a:ext uri="{FF2B5EF4-FFF2-40B4-BE49-F238E27FC236}">
                <a16:creationId xmlns:a16="http://schemas.microsoft.com/office/drawing/2014/main" id="{8574BF6A-F777-7B66-227F-1BD2C1BBA953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468100" y="6402310"/>
            <a:ext cx="340782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0214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2), Subtitle and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D3A3A0C-B7A5-BB95-8023-8F4CAB1F20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393192"/>
            <a:ext cx="11442628" cy="775846"/>
          </a:xfrm>
        </p:spPr>
        <p:txBody>
          <a:bodyPr lIns="0" tIns="0" rIns="91440" bIns="0" anchor="t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two-line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95CEEA2-AFC3-696A-CFC0-D98E27CB03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1216152"/>
            <a:ext cx="11442626" cy="369486"/>
          </a:xfrm>
          <a:prstGeom prst="rect">
            <a:avLst/>
          </a:prstGeom>
        </p:spPr>
        <p:txBody>
          <a:bodyPr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Optional subhead placeholder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148EF684-5BE9-C864-EC5B-3FD67C85C46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85100" y="1888132"/>
            <a:ext cx="3628710" cy="439074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274D3662-44FD-EB30-1254-1CF54399D90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65611" y="1888132"/>
            <a:ext cx="3628710" cy="439074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0FDA5DC1-1B8B-B626-1761-74E8183EAED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146122" y="1896841"/>
            <a:ext cx="3628710" cy="439074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6">
            <a:extLst>
              <a:ext uri="{FF2B5EF4-FFF2-40B4-BE49-F238E27FC236}">
                <a16:creationId xmlns:a16="http://schemas.microsoft.com/office/drawing/2014/main" id="{CA9CA6AF-DBA8-04B9-5CC4-34FAE6D5361C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5071873" y="6402310"/>
            <a:ext cx="6217666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  <a:endParaRPr lang="en-US" dirty="0"/>
          </a:p>
        </p:txBody>
      </p:sp>
      <p:sp>
        <p:nvSpPr>
          <p:cNvPr id="16" name="Slide Number Placeholder 7">
            <a:extLst>
              <a:ext uri="{FF2B5EF4-FFF2-40B4-BE49-F238E27FC236}">
                <a16:creationId xmlns:a16="http://schemas.microsoft.com/office/drawing/2014/main" id="{62F28C44-9A36-ED9F-0A74-08BBB9710C5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468100" y="6402310"/>
            <a:ext cx="340782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733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and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F95AD-E465-5F8F-E999-4A21B9C71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3" y="393192"/>
            <a:ext cx="11442627" cy="415498"/>
          </a:xfrm>
        </p:spPr>
        <p:txBody>
          <a:bodyPr lIns="0" tIns="0" rIns="91440" bIns="0" anchor="t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Heading 2">
            <a:extLst>
              <a:ext uri="{FF2B5EF4-FFF2-40B4-BE49-F238E27FC236}">
                <a16:creationId xmlns:a16="http://schemas.microsoft.com/office/drawing/2014/main" id="{271CFFE9-2511-8A9F-3C78-DB6ECDDF70F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4905" y="1142201"/>
            <a:ext cx="3631039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 anchor="t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bg1"/>
                </a:solidFill>
                <a:latin typeface="HPE Graphik Semibold" pitchFamily="50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105EEB9-D9C6-E433-1C77-F40AA56479F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74904" y="1541418"/>
            <a:ext cx="3631039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 anchor="t"/>
          <a:lstStyle>
            <a:lvl1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Heading 4">
            <a:extLst>
              <a:ext uri="{FF2B5EF4-FFF2-40B4-BE49-F238E27FC236}">
                <a16:creationId xmlns:a16="http://schemas.microsoft.com/office/drawing/2014/main" id="{CF426364-4A99-DE48-FFAD-7A5FE600453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76344" y="1142201"/>
            <a:ext cx="3631039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 anchor="t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bg1"/>
                </a:solidFill>
                <a:latin typeface="HPE Graphik Semibold" pitchFamily="50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75F19154-85FD-E81C-9211-63529619097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76344" y="1541418"/>
            <a:ext cx="3631039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 anchor="t"/>
          <a:lstStyle>
            <a:lvl1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Heading 6">
            <a:extLst>
              <a:ext uri="{FF2B5EF4-FFF2-40B4-BE49-F238E27FC236}">
                <a16:creationId xmlns:a16="http://schemas.microsoft.com/office/drawing/2014/main" id="{6157B8D2-377D-8482-1249-3CBC8D45130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86492" y="1142201"/>
            <a:ext cx="3631039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 anchor="t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bg1"/>
                </a:solidFill>
                <a:latin typeface="HPE Graphik Semibold" pitchFamily="50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F64FB3A-A98E-C61E-3855-B86BA8053F3F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186492" y="1541418"/>
            <a:ext cx="3631039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 anchor="t"/>
          <a:lstStyle>
            <a:lvl1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3CBCEB70-DB76-59CA-95C4-1C7C800218F9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5071873" y="6402310"/>
            <a:ext cx="6217666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A69DA92A-EC20-FBD6-ABDB-68F05BA25960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11468100" y="6402310"/>
            <a:ext cx="340782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2974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, Subtitle and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5F76A-29C4-77BB-F954-EF1E4CAD6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325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83E91B-B220-62CB-B986-1B0ABF476B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854202"/>
            <a:ext cx="11433978" cy="369486"/>
          </a:xfrm>
          <a:prstGeom prst="rect">
            <a:avLst/>
          </a:prstGeom>
        </p:spPr>
        <p:txBody>
          <a:bodyPr vert="horz" lIns="0" tIns="0" rIns="91440" bIns="4572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7" name="Heading 3">
            <a:extLst>
              <a:ext uri="{FF2B5EF4-FFF2-40B4-BE49-F238E27FC236}">
                <a16:creationId xmlns:a16="http://schemas.microsoft.com/office/drawing/2014/main" id="{8E2C9E4F-5EFA-51EE-9759-D575E82018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4905" y="1490550"/>
            <a:ext cx="3631039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 anchor="t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bg1"/>
                </a:solidFill>
                <a:latin typeface="HPE Graphik Semibold" pitchFamily="50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DE6FEE7E-2978-C901-DE42-312F967DE64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85100" y="1888132"/>
            <a:ext cx="3628710" cy="439074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Heading 5">
            <a:extLst>
              <a:ext uri="{FF2B5EF4-FFF2-40B4-BE49-F238E27FC236}">
                <a16:creationId xmlns:a16="http://schemas.microsoft.com/office/drawing/2014/main" id="{AB628815-64DB-637D-134A-0671218F43D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65611" y="1490550"/>
            <a:ext cx="3631039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 anchor="t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bg1"/>
                </a:solidFill>
                <a:latin typeface="HPE Graphik Semibold" pitchFamily="50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2189EFB7-ACA5-7391-CF48-CA316C6D148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65611" y="1888132"/>
            <a:ext cx="3628710" cy="439074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Heading 7">
            <a:extLst>
              <a:ext uri="{FF2B5EF4-FFF2-40B4-BE49-F238E27FC236}">
                <a16:creationId xmlns:a16="http://schemas.microsoft.com/office/drawing/2014/main" id="{C3145822-289C-FF86-09E9-6BA9609A2E7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46122" y="1499259"/>
            <a:ext cx="3631039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 anchor="t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bg1"/>
                </a:solidFill>
                <a:latin typeface="HPE Graphik Semibold" pitchFamily="50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D31CEA09-8B0B-66DB-E7BF-6AF21E6D45F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146122" y="1896841"/>
            <a:ext cx="3628710" cy="439074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Footer Placeholder 9">
            <a:extLst>
              <a:ext uri="{FF2B5EF4-FFF2-40B4-BE49-F238E27FC236}">
                <a16:creationId xmlns:a16="http://schemas.microsoft.com/office/drawing/2014/main" id="{3E4C73FE-8849-755C-F679-7698D57A4C9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5071873" y="6402310"/>
            <a:ext cx="6217666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  <a:endParaRPr lang="en-US" dirty="0"/>
          </a:p>
        </p:txBody>
      </p:sp>
      <p:sp>
        <p:nvSpPr>
          <p:cNvPr id="15" name="Slide Number Placeholder 10">
            <a:extLst>
              <a:ext uri="{FF2B5EF4-FFF2-40B4-BE49-F238E27FC236}">
                <a16:creationId xmlns:a16="http://schemas.microsoft.com/office/drawing/2014/main" id="{B1452E53-BD0D-6DD7-E654-7E8FEBAE5AC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11468100" y="6402310"/>
            <a:ext cx="340782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605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FE2DB-1F23-5824-2A69-4B4F2987C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3258"/>
          </a:xfrm>
        </p:spPr>
        <p:txBody>
          <a:bodyPr lIns="0" tIns="0" rIns="91440" bIns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5F25E3-05F0-BB97-FBF5-20ECEB5C633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71873" y="6402310"/>
            <a:ext cx="6217666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  <a:endParaRPr lang="en-US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04279B9-EB7D-69D2-A7FD-04A317C816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68100" y="6402310"/>
            <a:ext cx="340782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441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, 2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BDA90-B23D-3F15-96D1-BFCAC2B244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393192"/>
            <a:ext cx="11442628" cy="775846"/>
          </a:xfrm>
        </p:spPr>
        <p:txBody>
          <a:bodyPr lIns="0" tIns="0" rIns="91440" bIns="0" anchor="t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two-line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0EB469-C1F0-4262-083F-84492EA9F1A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71873" y="6402310"/>
            <a:ext cx="6217666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E430A15-52BF-B9CB-E43C-84C7FC5A8C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68100" y="6402310"/>
            <a:ext cx="340782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57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888A4B8-9B4C-CB51-9B8E-E581F4F59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3258"/>
          </a:xfrm>
        </p:spPr>
        <p:txBody>
          <a:bodyPr lIns="0" tIns="0" rIns="91440" bIns="0" anchor="t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5F79FF1-A47D-16D3-38EE-3314A30B73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854202"/>
            <a:ext cx="11433978" cy="369486"/>
          </a:xfrm>
          <a:prstGeom prst="rect">
            <a:avLst/>
          </a:prstGeom>
        </p:spPr>
        <p:txBody>
          <a:bodyPr vert="horz" lIns="0" tIns="0" rIns="91440" bIns="4572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7CC593AB-46CD-2F96-0132-BC8D515C3E6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071873" y="6402310"/>
            <a:ext cx="6217666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  <a:endParaRPr lang="en-US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03FE658F-4B0F-BA98-49CE-DE401CF468F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68100" y="6402310"/>
            <a:ext cx="340782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788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, 2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17DC1-3872-4B13-B649-31FA838B24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393192"/>
            <a:ext cx="11442628" cy="775846"/>
          </a:xfrm>
        </p:spPr>
        <p:txBody>
          <a:bodyPr lIns="0" tIns="0" rIns="91440" bIns="0" anchor="t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two-line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CC8472-7A80-ECEB-902E-CC9F5952161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1216152"/>
            <a:ext cx="11442626" cy="369486"/>
          </a:xfrm>
          <a:prstGeom prst="rect">
            <a:avLst/>
          </a:prstGeom>
        </p:spPr>
        <p:txBody>
          <a:bodyPr vert="horz" lIns="0" tIns="0" rIns="0" bIns="4572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D62A6306-B082-7579-E944-3BE4021D4F2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071873" y="6402310"/>
            <a:ext cx="6217666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  <a:endParaRPr lang="en-US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D54534C6-0B85-0EDB-7947-4F0FD4927D5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68100" y="6402310"/>
            <a:ext cx="340782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791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894E7-6484-76ED-85EC-5565D54B8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325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A34D92-6086-9699-EB88-935AFC7945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81000" y="999540"/>
            <a:ext cx="7470648" cy="5096460"/>
          </a:xfrm>
          <a:prstGeom prst="rect">
            <a:avLst/>
          </a:prstGeom>
          <a:ln>
            <a:noFill/>
            <a:miter lim="800000"/>
          </a:ln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FD199DAA-5CD7-8515-2B0D-9B2072CE55AB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294255" y="999540"/>
            <a:ext cx="3479038" cy="5100531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9F82CF8-E8D6-B084-31B6-F84599C9E967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071873" y="6402310"/>
            <a:ext cx="6217666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037A40D-286D-E44A-E16D-E5D84848DEDA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468100" y="6402310"/>
            <a:ext cx="340782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4428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FB955-17E0-49A4-FCC9-380B177DB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325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8BAC3D-9160-8D10-A8AD-F6D1C3602D4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81000" y="999540"/>
            <a:ext cx="5562600" cy="3132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97427D6-4C33-E5AD-9308-065EAF5968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4904" y="4181475"/>
            <a:ext cx="5564990" cy="1984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E42F7AF9-6CE2-9A45-B986-0529C9716E3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222013" y="985963"/>
            <a:ext cx="5562000" cy="3132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D07A031-DE57-D8CC-5AA1-699573A8A10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219023" y="4131540"/>
            <a:ext cx="5564990" cy="20343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id="{8E8188AB-624D-3E71-96A5-5408E3200A4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5071873" y="6402310"/>
            <a:ext cx="6217666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  <a:endParaRPr lang="en-US" dirty="0"/>
          </a:p>
        </p:txBody>
      </p:sp>
      <p:sp>
        <p:nvSpPr>
          <p:cNvPr id="11" name="Slide Number Placeholder 7">
            <a:extLst>
              <a:ext uri="{FF2B5EF4-FFF2-40B4-BE49-F238E27FC236}">
                <a16:creationId xmlns:a16="http://schemas.microsoft.com/office/drawing/2014/main" id="{36F9D624-857D-0AE0-E27C-4F89BCB2EEA4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1468100" y="6402310"/>
            <a:ext cx="340782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191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CBF89-5C1B-C565-F3DF-FE0151139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325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D010AD-3DBD-384B-C630-5EA20ED6F51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79447" y="999540"/>
            <a:ext cx="3678308" cy="3132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D5D8CD-AC64-8DD9-D96E-CD3D1288EA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4904" y="4184650"/>
            <a:ext cx="3684404" cy="198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 marL="540000" indent="0">
              <a:buNone/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F91F99F8-475F-3BBE-CD79-59B182D9E468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239004" y="999540"/>
            <a:ext cx="3678308" cy="3132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BDBCC042-34E0-92C1-55A9-35A8BA1443E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232908" y="4184650"/>
            <a:ext cx="3684404" cy="198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EB196377-0D8C-5CB8-6C16-6FD870842C0E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097009" y="999540"/>
            <a:ext cx="3678308" cy="3132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0183074-D270-9299-8C38-F6DCAB4F2CE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90912" y="4184650"/>
            <a:ext cx="3684405" cy="198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Footer Placeholder 8">
            <a:extLst>
              <a:ext uri="{FF2B5EF4-FFF2-40B4-BE49-F238E27FC236}">
                <a16:creationId xmlns:a16="http://schemas.microsoft.com/office/drawing/2014/main" id="{266C12F1-FE4F-5EBC-9B3A-130667772102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>
          <a:xfrm>
            <a:off x="5071873" y="6402310"/>
            <a:ext cx="6217666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  <a:endParaRPr lang="en-US" dirty="0"/>
          </a:p>
        </p:txBody>
      </p:sp>
      <p:sp>
        <p:nvSpPr>
          <p:cNvPr id="16" name="Slide Number Placeholder 9">
            <a:extLst>
              <a:ext uri="{FF2B5EF4-FFF2-40B4-BE49-F238E27FC236}">
                <a16:creationId xmlns:a16="http://schemas.microsoft.com/office/drawing/2014/main" id="{EC24F9F4-D88F-DAD0-8097-9EF76B6A3144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468100" y="6402310"/>
            <a:ext cx="340782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326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urp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4F15E62-4340-4C3B-9EAF-B8F687983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5498"/>
          </a:xfrm>
        </p:spPr>
        <p:txBody>
          <a:bodyPr lIns="0" tIns="0" rIns="91440" bIns="0" anchor="t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3A79B39-8B84-5620-5F9B-3E08F3DC694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4904" y="854202"/>
            <a:ext cx="11433978" cy="369486"/>
          </a:xfrm>
          <a:prstGeom prst="rect">
            <a:avLst/>
          </a:prstGeom>
        </p:spPr>
        <p:txBody>
          <a:bodyPr vert="horz" lIns="0" tIns="0" rIns="91440" bIns="4572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" panose="020B0604020202020204" pitchFamily="34" charset="0"/>
              <a:buNone/>
              <a:defRPr sz="200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FEAD04A-5F1C-81B8-D120-225FF0C37A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4905" y="1541418"/>
            <a:ext cx="3393532" cy="4729842"/>
          </a:xfrm>
          <a:prstGeom prst="rect">
            <a:avLst/>
          </a:prstGeom>
        </p:spPr>
        <p:txBody>
          <a:bodyPr lIns="0" tIns="45720" rIns="0" bIns="45720"/>
          <a:lstStyle>
            <a:lvl1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934FB168-7E09-2EAF-55E9-294BF9C8E68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00945" y="1533798"/>
            <a:ext cx="7707937" cy="4737462"/>
          </a:xfrm>
          <a:prstGeom prst="rect">
            <a:avLst/>
          </a:prstGeom>
        </p:spPr>
        <p:txBody>
          <a:bodyPr lIns="0" tIns="45720" rIns="0" bIns="45720" anchor="ctr"/>
          <a:lstStyle>
            <a:lvl1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1D3D268F-3D95-4DBF-1EA2-551B00F368A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071873" y="6402310"/>
            <a:ext cx="6217666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  <a:endParaRPr lang="en-US" dirty="0"/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B353E9C5-F1B6-7783-FDEC-5B764C0CA9D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468100" y="6402310"/>
            <a:ext cx="340782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092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Picture and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ED671C-DBE6-7C82-10BA-E41BD5ADFB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393192"/>
            <a:ext cx="3462615" cy="841248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pl-PL" dirty="0"/>
              <a:t>Title and</a:t>
            </a:r>
            <a:br>
              <a:rPr lang="pl-PL" dirty="0"/>
            </a:br>
            <a:r>
              <a:rPr lang="pl-PL" dirty="0"/>
              <a:t>c</a:t>
            </a:r>
            <a:r>
              <a:rPr lang="en-US" dirty="0" err="1"/>
              <a:t>ontent</a:t>
            </a:r>
            <a:r>
              <a:rPr lang="pl-PL" dirty="0"/>
              <a:t> only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40798B6-A507-8EF8-4608-5AE64A5015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4905" y="1541418"/>
            <a:ext cx="3462614" cy="4729842"/>
          </a:xfrm>
          <a:prstGeom prst="rect">
            <a:avLst/>
          </a:prstGeom>
        </p:spPr>
        <p:txBody>
          <a:bodyPr lIns="0" tIns="45720" rIns="0" bIns="45720"/>
          <a:lstStyle>
            <a:lvl1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3D244D9-326C-937C-4B8E-43F52273E3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/>
          </p:nvPr>
        </p:nvSpPr>
        <p:spPr>
          <a:xfrm>
            <a:off x="4210050" y="0"/>
            <a:ext cx="7981950" cy="68580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Number Text Placeholder 4">
            <a:extLst>
              <a:ext uri="{FF2B5EF4-FFF2-40B4-BE49-F238E27FC236}">
                <a16:creationId xmlns:a16="http://schemas.microsoft.com/office/drawing/2014/main" id="{C8956EBD-8393-95D1-85FB-895F28E855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94255" y="4073237"/>
            <a:ext cx="3897745" cy="2784764"/>
          </a:xfrm>
          <a:prstGeom prst="rect">
            <a:avLst/>
          </a:prstGeom>
          <a:gradFill flip="none" rotWithShape="1">
            <a:gsLst>
              <a:gs pos="14000">
                <a:srgbClr val="05CC93"/>
              </a:gs>
              <a:gs pos="39000">
                <a:srgbClr val="05CC93">
                  <a:alpha val="80353"/>
                </a:srgbClr>
              </a:gs>
              <a:gs pos="85000">
                <a:schemeClr val="bg1">
                  <a:alpha val="0"/>
                </a:schemeClr>
              </a:gs>
            </a:gsLst>
            <a:lin ang="2700000" scaled="1"/>
            <a:tileRect/>
          </a:gradFill>
        </p:spPr>
        <p:txBody>
          <a:bodyPr vert="horz" lIns="274320" tIns="274320" rIns="182880" bIns="182880" rtlCol="0">
            <a:noAutofit/>
          </a:bodyPr>
          <a:lstStyle>
            <a:lvl1pPr>
              <a:defRPr lang="en-US" sz="6000" dirty="0">
                <a:solidFill>
                  <a:schemeClr val="bg1"/>
                </a:solidFill>
                <a:latin typeface="HPE Graphik Light" pitchFamily="50" charset="0"/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</a:lstStyle>
          <a:p>
            <a:pPr lvl="0">
              <a:lnSpc>
                <a:spcPct val="90000"/>
              </a:lnSpc>
            </a:pPr>
            <a:r>
              <a:rPr lang="en-US" dirty="0"/>
              <a:t>XX%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47B3219-C76C-393B-3C71-13CD7DBDD26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586788" y="5251730"/>
            <a:ext cx="3230307" cy="885389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E4537DF4-22F5-7D54-CA0F-311BD24F623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071873" y="6402310"/>
            <a:ext cx="6217666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algn="r"/>
            <a:r>
              <a:rPr lang="en-US"/>
              <a:t>HPE Internal Use Only</a:t>
            </a:r>
            <a:endParaRPr lang="en-US" dirty="0"/>
          </a:p>
        </p:txBody>
      </p:sp>
      <p:sp>
        <p:nvSpPr>
          <p:cNvPr id="13" name="Slide Number Placeholder 7">
            <a:extLst>
              <a:ext uri="{FF2B5EF4-FFF2-40B4-BE49-F238E27FC236}">
                <a16:creationId xmlns:a16="http://schemas.microsoft.com/office/drawing/2014/main" id="{8FBD2B2E-58B2-7EA8-1450-6047724025B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68100" y="6402310"/>
            <a:ext cx="340782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566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CBED57-19AD-707F-6DA8-8B468453C59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  <a:endParaRPr lang="en-US" dirty="0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0136B64A-A8CA-B4F8-1ED1-53DA9C290E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412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5965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dge-To-Edge Picture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"/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  <a:miter lim="800000"/>
          </a:ln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D56B6084-0FE4-4048-3583-741AE0C95AEC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  <a:endParaRPr lang="en-US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51FA49D1-EA5E-4BDC-03EF-986C3CB3B92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535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Quote or Statement 1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5681684-ECDA-2D4D-6FA5-3C9A055396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2300224"/>
            <a:ext cx="10098780" cy="847538"/>
          </a:xfrm>
        </p:spPr>
        <p:txBody>
          <a:bodyPr/>
          <a:lstStyle>
            <a:lvl1pPr>
              <a:defRPr sz="5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Big idea statement single line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C8FB6E37-0FE7-F773-ED53-05E6CF8985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71873" y="6402310"/>
            <a:ext cx="6217666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  <a:endParaRPr lang="en-US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8244E6A7-5574-1FB1-738B-D7CA2442641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68100" y="6402310"/>
            <a:ext cx="340782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158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Quote or Statement 2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8108C54-E34E-00D0-ACDD-7D1C80099A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2304615"/>
            <a:ext cx="9416520" cy="2306296"/>
          </a:xfrm>
        </p:spPr>
        <p:txBody>
          <a:bodyPr/>
          <a:lstStyle>
            <a:lvl1pPr>
              <a:lnSpc>
                <a:spcPct val="85000"/>
              </a:lnSpc>
              <a:defRPr sz="5500" b="0" i="0">
                <a:solidFill>
                  <a:schemeClr val="bg1"/>
                </a:solidFill>
                <a:latin typeface="HPE Graphik Light" pitchFamily="2" charset="77"/>
              </a:defRPr>
            </a:lvl1pPr>
          </a:lstStyle>
          <a:p>
            <a:r>
              <a:rPr lang="en-US" dirty="0"/>
              <a:t>Big idea statement or section header with multiple lines can be placed here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3526CC8A-F3E4-F4DD-937A-DAFDB523BD6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71873" y="6402310"/>
            <a:ext cx="6217666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  <a:endParaRPr lang="en-US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E165339-E8E7-EA98-9BC7-D20E16E008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68100" y="6402310"/>
            <a:ext cx="340782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467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Quote or Statement 3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1D70211-794C-7055-6DAA-7CA014EF89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2300224"/>
            <a:ext cx="10098780" cy="847538"/>
          </a:xfrm>
        </p:spPr>
        <p:txBody>
          <a:bodyPr/>
          <a:lstStyle>
            <a:lvl1pPr>
              <a:defRPr sz="5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Big idea statement single line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67AA585A-BF93-4970-1847-0257C22C41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71873" y="6402310"/>
            <a:ext cx="6217666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D7D753D1-DFBC-98C9-3AA3-0D340D09FD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68100" y="6402310"/>
            <a:ext cx="340782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522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Quote or Statement 4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A0FA1C0-633B-83B4-F934-A35F41CAA5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2304288"/>
            <a:ext cx="9457413" cy="2304288"/>
          </a:xfrm>
        </p:spPr>
        <p:txBody>
          <a:bodyPr/>
          <a:lstStyle>
            <a:lvl1pPr>
              <a:lnSpc>
                <a:spcPct val="85000"/>
              </a:lnSpc>
              <a:defRPr sz="5500" b="0" i="0">
                <a:solidFill>
                  <a:schemeClr val="bg1"/>
                </a:solidFill>
                <a:latin typeface="HPE Graphik Light" pitchFamily="2" charset="77"/>
              </a:defRPr>
            </a:lvl1pPr>
          </a:lstStyle>
          <a:p>
            <a:r>
              <a:rPr lang="en-US" dirty="0"/>
              <a:t>Big idea statement or section header with multiple lines can be placed here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1079A4A-D7F6-6282-735D-3FFB105C2F8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71873" y="6402310"/>
            <a:ext cx="6217666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  <a:endParaRPr lang="en-US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BB3C246F-4800-C616-DC8D-CF6CC8DEBD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68100" y="6402310"/>
            <a:ext cx="340782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871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Quote or Statement 5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1884263-B940-48BC-CD34-3077FB4780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254" y="374650"/>
            <a:ext cx="4062159" cy="3553883"/>
          </a:xfrm>
        </p:spPr>
        <p:txBody>
          <a:bodyPr anchor="t"/>
          <a:lstStyle>
            <a:lvl1pPr>
              <a:lnSpc>
                <a:spcPct val="90000"/>
              </a:lnSpc>
              <a:defRPr sz="4000" b="0" i="0">
                <a:solidFill>
                  <a:schemeClr val="bg1"/>
                </a:solidFill>
                <a:latin typeface="HPE Graphik Light" pitchFamily="2" charset="77"/>
              </a:defRPr>
            </a:lvl1pPr>
          </a:lstStyle>
          <a:p>
            <a:r>
              <a:rPr lang="en-US" dirty="0"/>
              <a:t>Big idea</a:t>
            </a:r>
            <a:br>
              <a:rPr lang="en-US" dirty="0"/>
            </a:br>
            <a:r>
              <a:rPr lang="en-US" dirty="0"/>
              <a:t>statement with</a:t>
            </a:r>
            <a:br>
              <a:rPr lang="en-US" dirty="0"/>
            </a:br>
            <a:r>
              <a:rPr lang="en-US" dirty="0"/>
              <a:t>multiple lines</a:t>
            </a:r>
            <a:br>
              <a:rPr lang="en-US" dirty="0"/>
            </a:br>
            <a:r>
              <a:rPr lang="en-US" dirty="0"/>
              <a:t>placed here</a:t>
            </a:r>
            <a:br>
              <a:rPr lang="en-US" dirty="0"/>
            </a:br>
            <a:r>
              <a:rPr lang="en-US" dirty="0"/>
              <a:t>lorem ipsum</a:t>
            </a:r>
            <a:br>
              <a:rPr lang="en-US" dirty="0"/>
            </a:br>
            <a:r>
              <a:rPr lang="en-US" dirty="0"/>
              <a:t>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7178D39F-AF24-2C1C-BC88-00C7755B7F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71873" y="6402310"/>
            <a:ext cx="6217666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  <a:endParaRPr lang="en-US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322CDF5D-90F5-8D39-42E1-D71911A2BB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68100" y="6402310"/>
            <a:ext cx="340782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522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Quote or Statement 6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769DDB5-5522-5AA8-7D92-62B7BF2F15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2304289"/>
            <a:ext cx="5676900" cy="3747262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5000" b="0" i="0">
                <a:solidFill>
                  <a:schemeClr val="bg1"/>
                </a:solidFill>
                <a:latin typeface="HPE Graphik Light" pitchFamily="2" charset="77"/>
              </a:defRPr>
            </a:lvl1pPr>
          </a:lstStyle>
          <a:p>
            <a:pPr algn="l"/>
            <a:r>
              <a:rPr lang="en-US" dirty="0"/>
              <a:t>Big idea statement with multiple lines placed here</a:t>
            </a:r>
            <a:br>
              <a:rPr lang="en-US" dirty="0"/>
            </a:br>
            <a:r>
              <a:rPr lang="en-US" dirty="0"/>
              <a:t>lorem ipsum dolor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D39077F8-5FB5-C830-44AE-1FB9A9D93F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71873" y="6402310"/>
            <a:ext cx="6217666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  <a:endParaRPr lang="en-US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1F63E20-583B-616E-0E94-3B44997F68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68100" y="6402310"/>
            <a:ext cx="340782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238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F44DD-B9EB-0244-536A-90A12E6BBA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3" y="2449576"/>
            <a:ext cx="8188525" cy="875899"/>
          </a:xfrm>
        </p:spPr>
        <p:txBody>
          <a:bodyPr lIns="0" tIns="0" rIns="0" bIns="0" anchor="b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5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</a:t>
            </a:r>
            <a:r>
              <a:rPr lang="pl-PL" dirty="0"/>
              <a:t>Y</a:t>
            </a:r>
            <a:r>
              <a:rPr lang="en-US" dirty="0" err="1"/>
              <a:t>ou</a:t>
            </a:r>
            <a:endParaRPr lang="en-US" dirty="0"/>
          </a:p>
        </p:txBody>
      </p:sp>
      <p:sp>
        <p:nvSpPr>
          <p:cNvPr id="4" name="Speaker Information 2">
            <a:extLst>
              <a:ext uri="{FF2B5EF4-FFF2-40B4-BE49-F238E27FC236}">
                <a16:creationId xmlns:a16="http://schemas.microsoft.com/office/drawing/2014/main" id="{D8C82615-9FE3-EDFA-6F97-C8F26735E6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3433" y="3392391"/>
            <a:ext cx="8188525" cy="876300"/>
          </a:xfrm>
          <a:prstGeom prst="rect">
            <a:avLst/>
          </a:prstGeom>
        </p:spPr>
        <p:txBody>
          <a:bodyPr lIns="0" tIns="45720" rIns="0" bIns="4572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aseline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Speaker contact information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FCA7C75A-E583-3ECE-3BC3-3DF396CF889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592973" y="6192760"/>
            <a:ext cx="6217666" cy="190500"/>
          </a:xfrm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7D0A73E-EBAF-F15A-A0BA-F5E72E3A1396}"/>
              </a:ext>
            </a:extLst>
          </p:cNvPr>
          <p:cNvSpPr txBox="1"/>
          <p:nvPr userDrawn="1"/>
        </p:nvSpPr>
        <p:spPr>
          <a:xfrm>
            <a:off x="5092816" y="6418471"/>
            <a:ext cx="6717823" cy="138499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© </a:t>
            </a:r>
            <a:fld id="{DA3777BF-A1C6-4F92-A9EA-7320C98A4638}" type="datetimeyyyy">
              <a:rPr lang="en-US" sz="900" smtClean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pPr algn="r"/>
              <a:t>2026</a:t>
            </a:fld>
            <a:r>
              <a:rPr lang="en-US" sz="9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Hewlett Packard Enterprise Development LP</a:t>
            </a:r>
          </a:p>
        </p:txBody>
      </p:sp>
    </p:spTree>
    <p:extLst>
      <p:ext uri="{BB962C8B-B14F-4D97-AF65-F5344CB8AC3E}">
        <p14:creationId xmlns:p14="http://schemas.microsoft.com/office/powerpoint/2010/main" val="315308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with Light Picture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Element 1" descr="A green and grey gradient&#10;&#10;AI-generated content may be incorrect.">
            <a:extLst>
              <a:ext uri="{FF2B5EF4-FFF2-40B4-BE49-F238E27FC236}">
                <a16:creationId xmlns:a16="http://schemas.microsoft.com/office/drawing/2014/main" id="{D1B676B2-05D0-95B1-089B-ACC03A104C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0" y="1371600"/>
            <a:ext cx="10819505" cy="4114800"/>
          </a:xfrm>
          <a:prstGeom prst="rect">
            <a:avLst/>
          </a:prstGeom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78BE1158-83F2-4D65-D9FD-4B2D643DB8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3" y="2449576"/>
            <a:ext cx="9359900" cy="875899"/>
          </a:xfrm>
        </p:spPr>
        <p:txBody>
          <a:bodyPr lIns="0" tIns="0" rIns="0" bIns="0" anchor="b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5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</a:t>
            </a:r>
            <a:r>
              <a:rPr lang="pl-PL" dirty="0"/>
              <a:t>Y</a:t>
            </a:r>
            <a:r>
              <a:rPr lang="en-US" dirty="0" err="1"/>
              <a:t>ou</a:t>
            </a:r>
            <a:r>
              <a:rPr lang="en-US" dirty="0"/>
              <a:t> (</a:t>
            </a:r>
            <a:r>
              <a:rPr lang="pl-PL" dirty="0"/>
              <a:t>light</a:t>
            </a:r>
            <a:r>
              <a:rPr lang="en-US" dirty="0"/>
              <a:t> picture)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443A3405-5607-FC12-3510-74194B7AB9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432" y="3392391"/>
            <a:ext cx="9359900" cy="876300"/>
          </a:xfrm>
          <a:prstGeom prst="rect">
            <a:avLst/>
          </a:prstGeom>
        </p:spPr>
        <p:txBody>
          <a:bodyPr lIns="0" tIns="45720" rIns="0" bIns="4572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Speaker contact information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AECD0FE2-8793-ECFD-C7A3-550EAE1B073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592973" y="6192760"/>
            <a:ext cx="6217666" cy="190500"/>
          </a:xfrm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  <a:endParaRPr lang="en-US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14DCFECE-30F7-6B67-116F-1BEC46710781}"/>
              </a:ext>
            </a:extLst>
          </p:cNvPr>
          <p:cNvSpPr txBox="1"/>
          <p:nvPr userDrawn="1"/>
        </p:nvSpPr>
        <p:spPr>
          <a:xfrm>
            <a:off x="5092816" y="6418471"/>
            <a:ext cx="6717823" cy="138499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© </a:t>
            </a:r>
            <a:fld id="{DA3777BF-A1C6-4F92-A9EA-7320C98A4638}" type="datetimeyyyy">
              <a:rPr lang="en-US" sz="900" smtClean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pPr algn="r"/>
              <a:t>2026</a:t>
            </a:fld>
            <a:r>
              <a:rPr lang="en-US" sz="900" dirty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Hewlett Packard Enterprise Development LP</a:t>
            </a:r>
          </a:p>
        </p:txBody>
      </p:sp>
    </p:spTree>
    <p:extLst>
      <p:ext uri="{BB962C8B-B14F-4D97-AF65-F5344CB8AC3E}">
        <p14:creationId xmlns:p14="http://schemas.microsoft.com/office/powerpoint/2010/main" val="98034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with Dark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Element" descr="A green and grey gradient&#10;&#10;AI-generated content may be incorrect.">
            <a:extLst>
              <a:ext uri="{FF2B5EF4-FFF2-40B4-BE49-F238E27FC236}">
                <a16:creationId xmlns:a16="http://schemas.microsoft.com/office/drawing/2014/main" id="{3538F501-D080-997A-7652-D982FEBA78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0" y="1371600"/>
            <a:ext cx="10819505" cy="4114800"/>
          </a:xfrm>
          <a:prstGeom prst="rect">
            <a:avLst/>
          </a:prstGeom>
        </p:spPr>
      </p:pic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2085280-0B62-84D3-5783-A089C9A32C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433" y="3392391"/>
            <a:ext cx="9359900" cy="876300"/>
          </a:xfrm>
          <a:prstGeom prst="rect">
            <a:avLst/>
          </a:prstGeom>
        </p:spPr>
        <p:txBody>
          <a:bodyPr lIns="0" tIns="45720" rIns="0" bIns="4572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Speaker contact information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D5DFE24-7967-7D11-937E-63FD38BAB7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3" y="2449576"/>
            <a:ext cx="9359900" cy="875899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56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</a:t>
            </a:r>
            <a:r>
              <a:rPr lang="pl-PL" dirty="0"/>
              <a:t>Y</a:t>
            </a:r>
            <a:r>
              <a:rPr lang="en-US" dirty="0" err="1"/>
              <a:t>ou</a:t>
            </a:r>
            <a:r>
              <a:rPr lang="en-US" dirty="0"/>
              <a:t> (dark picture)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90E631-A102-10C1-BA83-BF4A09F97363}"/>
              </a:ext>
            </a:extLst>
          </p:cNvPr>
          <p:cNvSpPr txBox="1"/>
          <p:nvPr userDrawn="1"/>
        </p:nvSpPr>
        <p:spPr>
          <a:xfrm>
            <a:off x="5092816" y="6418471"/>
            <a:ext cx="6717823" cy="138499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© </a:t>
            </a:r>
            <a:fld id="{DA3777BF-A1C6-4F92-A9EA-7320C98A4638}" type="datetimeyyyy">
              <a:rPr lang="en-US" sz="900" smtClean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pPr algn="r"/>
              <a:t>2026</a:t>
            </a:fld>
            <a:r>
              <a:rPr lang="en-US" sz="9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Hewlett Packard Enterprise Development LP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65393E9C-2941-BA26-A16E-1C328F06396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592973" y="6192760"/>
            <a:ext cx="6217666" cy="1905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271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Logo 1">
            <a:extLst>
              <a:ext uri="{FF2B5EF4-FFF2-40B4-BE49-F238E27FC236}">
                <a16:creationId xmlns:a16="http://schemas.microsoft.com/office/drawing/2014/main" id="{B3D8569F-A887-74B8-C60E-A31D67BF46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4907" y="388783"/>
            <a:ext cx="1019648" cy="291328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6E1156E4-62B1-0FA7-CE9F-77B136A1B2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1869197"/>
            <a:ext cx="11423555" cy="1905000"/>
          </a:xfrm>
        </p:spPr>
        <p:txBody>
          <a:bodyPr lIns="0" tIns="91440" rIns="91440" bIns="91440" anchor="b"/>
          <a:lstStyle>
            <a:lvl1pPr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FE0277DD-82BD-2FE6-7824-22EE37DE5DD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4904" y="3959860"/>
            <a:ext cx="8229600" cy="438912"/>
          </a:xfrm>
          <a:prstGeom prst="rect">
            <a:avLst/>
          </a:prstGeom>
        </p:spPr>
        <p:txBody>
          <a:bodyPr lIns="0" tIns="91440" rIns="91440" bIns="91440">
            <a:no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Speaker name and title</a:t>
            </a:r>
          </a:p>
        </p:txBody>
      </p:sp>
      <p:sp>
        <p:nvSpPr>
          <p:cNvPr id="7" name="Date 4">
            <a:extLst>
              <a:ext uri="{FF2B5EF4-FFF2-40B4-BE49-F238E27FC236}">
                <a16:creationId xmlns:a16="http://schemas.microsoft.com/office/drawing/2014/main" id="{7E8E9475-5896-346F-F273-2479245B32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4428490"/>
            <a:ext cx="5489578" cy="339214"/>
          </a:xfrm>
          <a:prstGeom prst="rect">
            <a:avLst/>
          </a:prstGeom>
        </p:spPr>
        <p:txBody>
          <a:bodyPr lIns="0" tIns="91440" rIns="91440" bIns="91440">
            <a:noAutofit/>
          </a:bodyPr>
          <a:lstStyle>
            <a:lvl1pPr marL="0" indent="0">
              <a:spcBef>
                <a:spcPts val="0"/>
              </a:spcBef>
              <a:buNone/>
              <a:defRPr sz="1600" baseline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Month day, year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53248AD1-8A11-E3EC-9884-0BBCBFD4B0D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071873" y="6402310"/>
            <a:ext cx="6217666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  <a:endParaRPr lang="en-US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5B224345-8809-C0A6-5C83-CC531605A72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68100" y="6402310"/>
            <a:ext cx="340782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214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Dark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Logo 1">
            <a:extLst>
              <a:ext uri="{FF2B5EF4-FFF2-40B4-BE49-F238E27FC236}">
                <a16:creationId xmlns:a16="http://schemas.microsoft.com/office/drawing/2014/main" id="{41EE02D7-CB3F-8F16-0CB6-37666FCF72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4907" y="388783"/>
            <a:ext cx="1019648" cy="291328"/>
          </a:xfrm>
          <a:prstGeom prst="rect">
            <a:avLst/>
          </a:prstGeo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E61573E6-B8D4-8430-4213-0593B900E9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1869197"/>
            <a:ext cx="11423555" cy="1905000"/>
          </a:xfrm>
        </p:spPr>
        <p:txBody>
          <a:bodyPr lIns="0" tIns="91440" rIns="91440" bIns="91440" anchor="b"/>
          <a:lstStyle>
            <a:lvl1pPr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7" name="Subtitle 3">
            <a:extLst>
              <a:ext uri="{FF2B5EF4-FFF2-40B4-BE49-F238E27FC236}">
                <a16:creationId xmlns:a16="http://schemas.microsoft.com/office/drawing/2014/main" id="{1123C516-E0BB-A964-781C-EA42FCBF984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4904" y="3959860"/>
            <a:ext cx="8229600" cy="438912"/>
          </a:xfrm>
          <a:prstGeom prst="rect">
            <a:avLst/>
          </a:prstGeom>
        </p:spPr>
        <p:txBody>
          <a:bodyPr lIns="0" tIns="91440" rIns="91440" bIns="91440">
            <a:no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Speaker name and title</a:t>
            </a:r>
          </a:p>
        </p:txBody>
      </p:sp>
      <p:sp>
        <p:nvSpPr>
          <p:cNvPr id="8" name="Date 4">
            <a:extLst>
              <a:ext uri="{FF2B5EF4-FFF2-40B4-BE49-F238E27FC236}">
                <a16:creationId xmlns:a16="http://schemas.microsoft.com/office/drawing/2014/main" id="{1AA152EE-6A85-BA73-B931-C33AB3F20B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4428490"/>
            <a:ext cx="5489578" cy="339214"/>
          </a:xfrm>
          <a:prstGeom prst="rect">
            <a:avLst/>
          </a:prstGeom>
        </p:spPr>
        <p:txBody>
          <a:bodyPr lIns="0" tIns="91440" rIns="91440" bIns="91440">
            <a:noAutofit/>
          </a:bodyPr>
          <a:lstStyle>
            <a:lvl1pPr marL="0" indent="0">
              <a:spcBef>
                <a:spcPts val="0"/>
              </a:spcBef>
              <a:buNone/>
              <a:defRPr sz="1600" baseline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Month day, year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B45B941A-E27A-9DA8-C939-CC5F0FF9937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071873" y="6402310"/>
            <a:ext cx="6217666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  <a:endParaRPr lang="en-US" dirty="0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283D7914-730F-BB5B-DB43-42B3A93FA2D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68100" y="6402310"/>
            <a:ext cx="340782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372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Light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Logo 1">
            <a:extLst>
              <a:ext uri="{FF2B5EF4-FFF2-40B4-BE49-F238E27FC236}">
                <a16:creationId xmlns:a16="http://schemas.microsoft.com/office/drawing/2014/main" id="{720F7DE3-5012-50D0-0EE0-FBB950E3661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4907" y="388784"/>
            <a:ext cx="1019648" cy="29132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F279EB8-CDFE-09BD-F4D7-0D6F8188A6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1869197"/>
            <a:ext cx="11423555" cy="1905000"/>
          </a:xfrm>
        </p:spPr>
        <p:txBody>
          <a:bodyPr lIns="0" tIns="91440" rIns="91440" bIns="91440" anchor="b"/>
          <a:lstStyle>
            <a:lvl1pPr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70ED5882-ECCA-248B-3DC8-794DF57E97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4904" y="3959860"/>
            <a:ext cx="8229600" cy="438912"/>
          </a:xfrm>
          <a:prstGeom prst="rect">
            <a:avLst/>
          </a:prstGeom>
        </p:spPr>
        <p:txBody>
          <a:bodyPr lIns="0" tIns="91440" rIns="91440" bIns="91440">
            <a:no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Speaker name and title</a:t>
            </a:r>
          </a:p>
        </p:txBody>
      </p:sp>
      <p:sp>
        <p:nvSpPr>
          <p:cNvPr id="7" name="Date 4">
            <a:extLst>
              <a:ext uri="{FF2B5EF4-FFF2-40B4-BE49-F238E27FC236}">
                <a16:creationId xmlns:a16="http://schemas.microsoft.com/office/drawing/2014/main" id="{C4135D23-F119-F3C7-29DA-ED5BA37508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4428490"/>
            <a:ext cx="5489578" cy="339214"/>
          </a:xfrm>
          <a:prstGeom prst="rect">
            <a:avLst/>
          </a:prstGeom>
        </p:spPr>
        <p:txBody>
          <a:bodyPr lIns="0" tIns="91440" rIns="91440" bIns="91440">
            <a:noAutofit/>
          </a:bodyPr>
          <a:lstStyle>
            <a:lvl1pPr marL="0" indent="0">
              <a:spcBef>
                <a:spcPts val="0"/>
              </a:spcBef>
              <a:buNone/>
              <a:defRPr sz="1600" baseline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Month day, year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669B609D-93CC-0D1B-385C-E03885EA102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071873" y="6402310"/>
            <a:ext cx="6217666" cy="1905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  <a:endParaRPr lang="en-US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3E360871-0799-B1F4-1E86-33B6A98F778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68100" y="6402310"/>
            <a:ext cx="340782" cy="1905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89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995078E-6BA9-B29A-8978-A4E1F7D83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3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7C769D4-11C5-5510-9B68-44226AAA31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3999" y="1071223"/>
            <a:ext cx="11365200" cy="630000"/>
          </a:xfrm>
          <a:prstGeom prst="rect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txBody>
          <a:bodyPr lIns="270000" rIns="270000" anchor="ctr">
            <a:normAutofit/>
          </a:bodyPr>
          <a:lstStyle>
            <a:lvl1pPr marL="0" indent="0">
              <a:buNone/>
              <a:defRPr b="1" cap="none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408A4CA-37F0-6B1E-09E7-F19C0AEF60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3999" y="1931284"/>
            <a:ext cx="11365200" cy="630000"/>
          </a:xfrm>
          <a:prstGeom prst="rect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txBody>
          <a:bodyPr lIns="270000" rIns="270000" anchor="ctr">
            <a:normAutofit/>
          </a:bodyPr>
          <a:lstStyle>
            <a:lvl1pPr marL="0" indent="0">
              <a:buNone/>
              <a:defRPr b="1" cap="none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20236C6-12B3-8499-D425-273F7833F8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3999" y="2791345"/>
            <a:ext cx="11365200" cy="630000"/>
          </a:xfrm>
          <a:prstGeom prst="rect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txBody>
          <a:bodyPr lIns="270000" rIns="270000" anchor="ctr">
            <a:normAutofit/>
          </a:bodyPr>
          <a:lstStyle>
            <a:lvl1pPr marL="0" indent="0">
              <a:buNone/>
              <a:defRPr b="1" cap="none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6B572AC-BB48-9E23-DDCF-E31643A315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3999" y="3651406"/>
            <a:ext cx="11365200" cy="630000"/>
          </a:xfrm>
          <a:prstGeom prst="rect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txBody>
          <a:bodyPr lIns="270000" rIns="270000" anchor="ctr">
            <a:normAutofit/>
          </a:bodyPr>
          <a:lstStyle>
            <a:lvl1pPr marL="0" indent="0">
              <a:buNone/>
              <a:defRPr b="1" cap="none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A69CB8A5-9BDC-752D-9C47-2E16670FD69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3999" y="4511467"/>
            <a:ext cx="11365200" cy="630000"/>
          </a:xfrm>
          <a:prstGeom prst="rect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txBody>
          <a:bodyPr lIns="270000" rIns="270000" anchor="ctr">
            <a:normAutofit/>
          </a:bodyPr>
          <a:lstStyle>
            <a:lvl1pPr marL="0" indent="0">
              <a:buNone/>
              <a:defRPr b="1" cap="none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77ABB9AA-AB86-5864-19E9-738CED2F705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13999" y="5371526"/>
            <a:ext cx="11365200" cy="630000"/>
          </a:xfrm>
          <a:prstGeom prst="rect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txBody>
          <a:bodyPr lIns="270000" rIns="270000" anchor="ctr">
            <a:normAutofit/>
          </a:bodyPr>
          <a:lstStyle>
            <a:lvl1pPr marL="0" indent="0">
              <a:buNone/>
              <a:defRPr b="1" cap="none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Footer Placeholder 8">
            <a:extLst>
              <a:ext uri="{FF2B5EF4-FFF2-40B4-BE49-F238E27FC236}">
                <a16:creationId xmlns:a16="http://schemas.microsoft.com/office/drawing/2014/main" id="{8BAA1AB5-6912-4B74-493A-06DE8531DAF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5071873" y="6402310"/>
            <a:ext cx="6217666" cy="190500"/>
          </a:xfrm>
        </p:spPr>
        <p:txBody>
          <a:bodyPr/>
          <a:lstStyle/>
          <a:p>
            <a:pPr algn="r"/>
            <a:r>
              <a:rPr lang="en-US"/>
              <a:t>HPE Internal Use Only</a:t>
            </a:r>
            <a:endParaRPr lang="en-US" dirty="0"/>
          </a:p>
        </p:txBody>
      </p:sp>
      <p:sp>
        <p:nvSpPr>
          <p:cNvPr id="19" name="Slide Number Placeholder 9">
            <a:extLst>
              <a:ext uri="{FF2B5EF4-FFF2-40B4-BE49-F238E27FC236}">
                <a16:creationId xmlns:a16="http://schemas.microsoft.com/office/drawing/2014/main" id="{5F136272-6F9F-CFA9-52C4-5BF9AF5B79E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468100" y="6402310"/>
            <a:ext cx="340782" cy="190500"/>
          </a:xfrm>
        </p:spPr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914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7CD7E-11CE-63D2-4531-69834B1D5C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4398" y="1386402"/>
            <a:ext cx="7518482" cy="4085196"/>
          </a:xfrm>
        </p:spPr>
        <p:txBody>
          <a:bodyPr lIns="91440" anchor="ctr" anchorCtr="0"/>
          <a:lstStyle>
            <a:lvl1pPr marL="219456" indent="-219456">
              <a:defRPr sz="4000" b="0" cap="none" baseline="0">
                <a:solidFill>
                  <a:schemeClr val="bg1"/>
                </a:solidFill>
                <a:latin typeface="HPE Graphik Light" pitchFamily="50" charset="0"/>
                <a:cs typeface="HPE Graphik Light" pitchFamily="50" charset="0"/>
              </a:defRPr>
            </a:lvl1pPr>
          </a:lstStyle>
          <a:p>
            <a:r>
              <a:rPr lang="en-US" dirty="0"/>
              <a:t>“Click to add quote here. Type quotation marks before and after text.”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D333DE-0E0D-0EEE-D835-7DAF90B329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866" y="5471598"/>
            <a:ext cx="8228011" cy="533400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 dirty="0"/>
              <a:t>Click to add quoted person’s name, title, company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85278043-CF39-0218-49D7-3FE7C6E20BF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071873" y="6402310"/>
            <a:ext cx="6217666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  <a:endParaRPr lang="en-US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EA8EED69-8D6E-06A2-06C4-C80409BFFF9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68100" y="6402310"/>
            <a:ext cx="340782" cy="1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542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image" Target="../media/image1.svg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DBBAF935-634C-17A6-9067-A3943181C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32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Master Layout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1B58AA9-6583-B2CF-219A-2FB566709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4903" y="1165860"/>
            <a:ext cx="11433977" cy="50976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Element 3">
            <a:extLst>
              <a:ext uri="{FF2B5EF4-FFF2-40B4-BE49-F238E27FC236}">
                <a16:creationId xmlns:a16="http://schemas.microsoft.com/office/drawing/2014/main" id="{6B08A42B-FEF2-71A1-E836-A83C6ED4EC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 flipV="1">
            <a:off x="374651" y="6402311"/>
            <a:ext cx="527812" cy="150888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0BF3C23-2EED-86C3-4A54-21676D2751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bg1"/>
                </a:solidFill>
                <a:latin typeface="+mn-lt"/>
              </a:defRPr>
            </a:lvl1pPr>
          </a:lstStyle>
          <a:p>
            <a:pPr algn="r"/>
            <a:r>
              <a:rPr lang="en-US"/>
              <a:t>HPE Internal Use Only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AAEFF32-CFAE-69C9-9DB0-6AC1F3E518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89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821" r:id="rId4"/>
    <p:sldLayoutId id="2147483843" r:id="rId5"/>
    <p:sldLayoutId id="2147483654" r:id="rId6"/>
    <p:sldLayoutId id="2147483822" r:id="rId7"/>
    <p:sldLayoutId id="2147483656" r:id="rId8"/>
    <p:sldLayoutId id="2147483657" r:id="rId9"/>
    <p:sldLayoutId id="2147483658" r:id="rId10"/>
    <p:sldLayoutId id="2147483659" r:id="rId11"/>
    <p:sldLayoutId id="2147483845" r:id="rId12"/>
    <p:sldLayoutId id="2147483846" r:id="rId13"/>
    <p:sldLayoutId id="2147483797" r:id="rId14"/>
    <p:sldLayoutId id="2147483661" r:id="rId15"/>
    <p:sldLayoutId id="2147483796" r:id="rId16"/>
    <p:sldLayoutId id="2147483799" r:id="rId17"/>
    <p:sldLayoutId id="2147483802" r:id="rId18"/>
    <p:sldLayoutId id="2147483800" r:id="rId19"/>
    <p:sldLayoutId id="2147483801" r:id="rId20"/>
    <p:sldLayoutId id="2147483806" r:id="rId21"/>
    <p:sldLayoutId id="2147483807" r:id="rId22"/>
    <p:sldLayoutId id="2147483812" r:id="rId23"/>
    <p:sldLayoutId id="2147483665" r:id="rId24"/>
    <p:sldLayoutId id="2147483816" r:id="rId25"/>
    <p:sldLayoutId id="2147483662" r:id="rId26"/>
    <p:sldLayoutId id="2147483813" r:id="rId27"/>
    <p:sldLayoutId id="2147483817" r:id="rId28"/>
    <p:sldLayoutId id="2147483808" r:id="rId29"/>
    <p:sldLayoutId id="2147483810" r:id="rId30"/>
    <p:sldLayoutId id="2147483809" r:id="rId31"/>
    <p:sldLayoutId id="2147483811" r:id="rId32"/>
    <p:sldLayoutId id="2147483839" r:id="rId33"/>
    <p:sldLayoutId id="2147483829" r:id="rId34"/>
    <p:sldLayoutId id="2147483832" r:id="rId35"/>
    <p:sldLayoutId id="2147483837" r:id="rId36"/>
    <p:sldLayoutId id="2147483747" r:id="rId37"/>
    <p:sldLayoutId id="2147483673" r:id="rId38"/>
    <p:sldLayoutId id="2147483674" r:id="rId39"/>
    <p:sldLayoutId id="2147483842" r:id="rId40"/>
    <p:sldLayoutId id="2147483682" r:id="rId41"/>
    <p:sldLayoutId id="2147483683" r:id="rId42"/>
    <p:sldLayoutId id="2147483684" r:id="rId43"/>
    <p:sldLayoutId id="2147483685" r:id="rId44"/>
    <p:sldLayoutId id="2147483686" r:id="rId45"/>
    <p:sldLayoutId id="2147483687" r:id="rId46"/>
    <p:sldLayoutId id="2147483804" r:id="rId47"/>
    <p:sldLayoutId id="2147483824" r:id="rId48"/>
    <p:sldLayoutId id="2147483844" r:id="rId49"/>
    <p:sldLayoutId id="2147483749" r:id="rId50"/>
    <p:sldLayoutId id="2147483750" r:id="rId51"/>
    <p:sldLayoutId id="2147483751" r:id="rId52"/>
    <p:sldLayoutId id="2147483753" r:id="rId53"/>
    <p:sldLayoutId id="2147483795" r:id="rId5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i="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270000" indent="-270000" algn="l" defTabSz="914400" rtl="0" eaLnBrk="1" latinLnBrk="0" hangingPunct="1">
        <a:lnSpc>
          <a:spcPct val="100000"/>
        </a:lnSpc>
        <a:spcBef>
          <a:spcPts val="600"/>
        </a:spcBef>
        <a:buFont typeface="HPE Graphik" pitchFamily="50" charset="0"/>
        <a:buChar char="—"/>
        <a:tabLst>
          <a:tab pos="266700" algn="l"/>
        </a:tabLst>
        <a:defRPr sz="16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540000" indent="-27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tabLst>
          <a:tab pos="1436688" algn="l"/>
        </a:tabLst>
        <a:defRPr sz="1400" b="0" i="0" kern="1200" baseline="0">
          <a:solidFill>
            <a:schemeClr val="bg1"/>
          </a:solidFill>
          <a:latin typeface="+mn-lt"/>
          <a:ea typeface="+mn-ea"/>
          <a:cs typeface="+mn-cs"/>
        </a:defRPr>
      </a:lvl3pPr>
      <a:lvl4pPr marL="810000" indent="-27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tabLst/>
        <a:defRPr sz="1400" b="0" i="0" kern="1200" baseline="0">
          <a:solidFill>
            <a:schemeClr val="bg1"/>
          </a:solidFill>
          <a:latin typeface="+mn-lt"/>
          <a:ea typeface="+mn-ea"/>
          <a:cs typeface="+mn-cs"/>
        </a:defRPr>
      </a:lvl4pPr>
      <a:lvl5pPr marL="1080000" indent="-271463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8" orient="horz" pos="2160">
          <p15:clr>
            <a:srgbClr val="F26B43"/>
          </p15:clr>
        </p15:guide>
        <p15:guide id="49" pos="3840">
          <p15:clr>
            <a:srgbClr val="F26B43"/>
          </p15:clr>
        </p15:guide>
        <p15:guide id="51" pos="236">
          <p15:clr>
            <a:srgbClr val="F26B43"/>
          </p15:clr>
        </p15:guide>
        <p15:guide id="52" pos="7439">
          <p15:clr>
            <a:srgbClr val="F26B43"/>
          </p15:clr>
        </p15:guide>
        <p15:guide id="53" orient="horz" pos="236">
          <p15:clr>
            <a:srgbClr val="F26B43"/>
          </p15:clr>
        </p15:guide>
        <p15:guide id="54" orient="horz" pos="4128">
          <p15:clr>
            <a:srgbClr val="F26B43"/>
          </p15:clr>
        </p15:guide>
        <p15:guide id="55" orient="horz" pos="3812">
          <p15:clr>
            <a:srgbClr val="F26B43"/>
          </p15:clr>
        </p15:guide>
        <p15:guide id="57" orient="horz" pos="1210">
          <p15:clr>
            <a:srgbClr val="F26B43"/>
          </p15:clr>
        </p15:guide>
        <p15:guide id="63" pos="796">
          <p15:clr>
            <a:srgbClr val="F26B43"/>
          </p15:clr>
        </p15:guide>
        <p15:guide id="64" pos="844">
          <p15:clr>
            <a:srgbClr val="F26B43"/>
          </p15:clr>
        </p15:guide>
        <p15:guide id="65" pos="1400">
          <p15:clr>
            <a:srgbClr val="F26B43"/>
          </p15:clr>
        </p15:guide>
        <p15:guide id="66" pos="1444">
          <p15:clr>
            <a:srgbClr val="F26B43"/>
          </p15:clr>
        </p15:guide>
        <p15:guide id="67" pos="2004">
          <p15:clr>
            <a:srgbClr val="F26B43"/>
          </p15:clr>
        </p15:guide>
        <p15:guide id="68" pos="2048">
          <p15:clr>
            <a:srgbClr val="F26B43"/>
          </p15:clr>
        </p15:guide>
        <p15:guide id="69" pos="2608">
          <p15:clr>
            <a:srgbClr val="F26B43"/>
          </p15:clr>
        </p15:guide>
        <p15:guide id="70" pos="2656">
          <p15:clr>
            <a:srgbClr val="F26B43"/>
          </p15:clr>
        </p15:guide>
        <p15:guide id="71" pos="3208">
          <p15:clr>
            <a:srgbClr val="F26B43"/>
          </p15:clr>
        </p15:guide>
        <p15:guide id="72" pos="3256">
          <p15:clr>
            <a:srgbClr val="F26B43"/>
          </p15:clr>
        </p15:guide>
        <p15:guide id="73" pos="3812">
          <p15:clr>
            <a:srgbClr val="F26B43"/>
          </p15:clr>
        </p15:guide>
        <p15:guide id="74" pos="3864">
          <p15:clr>
            <a:srgbClr val="F26B43"/>
          </p15:clr>
        </p15:guide>
        <p15:guide id="75" pos="4416">
          <p15:clr>
            <a:srgbClr val="F26B43"/>
          </p15:clr>
        </p15:guide>
        <p15:guide id="76" pos="4468">
          <p15:clr>
            <a:srgbClr val="F26B43"/>
          </p15:clr>
        </p15:guide>
        <p15:guide id="77" pos="5020">
          <p15:clr>
            <a:srgbClr val="F26B43"/>
          </p15:clr>
        </p15:guide>
        <p15:guide id="78" pos="5068">
          <p15:clr>
            <a:srgbClr val="F26B43"/>
          </p15:clr>
        </p15:guide>
        <p15:guide id="79" pos="5624">
          <p15:clr>
            <a:srgbClr val="F26B43"/>
          </p15:clr>
        </p15:guide>
        <p15:guide id="80" pos="5676">
          <p15:clr>
            <a:srgbClr val="F26B43"/>
          </p15:clr>
        </p15:guide>
        <p15:guide id="81" pos="6232">
          <p15:clr>
            <a:srgbClr val="F26B43"/>
          </p15:clr>
        </p15:guide>
        <p15:guide id="82" pos="6280">
          <p15:clr>
            <a:srgbClr val="F26B43"/>
          </p15:clr>
        </p15:guide>
        <p15:guide id="83" pos="6832">
          <p15:clr>
            <a:srgbClr val="F26B43"/>
          </p15:clr>
        </p15:guide>
        <p15:guide id="84" pos="6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57600" y="731520"/>
            <a:ext cx="4846320" cy="411480"/>
          </a:xfrm>
          <a:prstGeom prst="roundRect">
            <a:avLst/>
          </a:prstGeom>
          <a:solidFill>
            <a:srgbClr val="F26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0" y="749808"/>
            <a:ext cx="48463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HPE Graphik Semibold"/>
              </a:rPr>
              <a:t>SIGNALS OF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0" b="1">
                <a:solidFill>
                  <a:srgbClr val="F26B43"/>
                </a:solidFill>
                <a:latin typeface="HPE Graphik Semibold"/>
              </a:rPr>
              <a:t>SOC Radar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65AEF9"/>
                </a:solidFill>
                <a:latin typeface="HPE Graphik Semibold"/>
              </a:rPr>
              <a:t>Disruption Pattern Library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291840"/>
            <a:ext cx="75895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B1B9BE"/>
                </a:solidFill>
                <a:latin typeface="HPE Graphik"/>
              </a:rPr>
              <a:t>Detect, classify, and score signals of change using the canonical frameworks from Seeing What's Next — 7 signal zones, 6 disruption filters, and the RPV assessment framework.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572000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00E0AF"/>
                </a:solidFill>
                <a:latin typeface="HPE Graphik Semibol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1206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B1B9BE"/>
                </a:solidFill>
                <a:latin typeface="HPE Graphik"/>
              </a:rPr>
              <a:t>Signal Zones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572000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F26B43"/>
                </a:solidFill>
                <a:latin typeface="HPE Graphik Semibold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51206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B1B9BE"/>
                </a:solidFill>
                <a:latin typeface="HPE Graphik"/>
              </a:rPr>
              <a:t>Disruption Filters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4572000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9B84FC"/>
                </a:solidFill>
                <a:latin typeface="HPE Graphik Semibold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51206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B1B9BE"/>
                </a:solidFill>
                <a:latin typeface="HPE Graphik"/>
              </a:rPr>
              <a:t>Classification Types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4572000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62E5F6"/>
                </a:solidFill>
                <a:latin typeface="HPE Graphik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51206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B1B9BE"/>
                </a:solidFill>
                <a:latin typeface="HPE Graphik"/>
              </a:rPr>
              <a:t>RPV Dimensions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dirty="0">
                <a:solidFill>
                  <a:schemeClr val="bg1"/>
                </a:solidFill>
                <a:latin typeface="HPE Graphik"/>
              </a:rPr>
              <a:t>Source: Scott D. Anthony, Clayton Christensen, Erik Roth — Seeing What's Next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00E0AF"/>
                </a:solidFill>
                <a:latin typeface="HPE Graphik Semibold"/>
              </a:rPr>
              <a:t>SIGNAL ZONES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HPE Graphik Semibold"/>
              </a:rPr>
              <a:t>7 Zones for Detecting Signals of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566160" cy="1371600"/>
          </a:xfrm>
          <a:prstGeom prst="roundRect">
            <a:avLst/>
          </a:prstGeom>
          <a:solidFill>
            <a:srgbClr val="333A4A"/>
          </a:solidFill>
          <a:ln w="12700">
            <a:solidFill>
              <a:srgbClr val="535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3566160" cy="36576"/>
          </a:xfrm>
          <a:prstGeom prst="rect">
            <a:avLst/>
          </a:prstGeom>
          <a:solidFill>
            <a:srgbClr val="00E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3346704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0E0AF"/>
                </a:solidFill>
                <a:latin typeface="HPE Graphik Semibold"/>
              </a:rPr>
              <a:t>Nonconsumption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54480"/>
            <a:ext cx="3346704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B1B9BE"/>
                </a:solidFill>
                <a:latin typeface="HPE Graphik"/>
              </a:rPr>
              <a:t>People who need the outcome but cannot access, afford, or use today's solutions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057400"/>
            <a:ext cx="3346704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dirty="0">
                <a:solidFill>
                  <a:srgbClr val="535C66"/>
                </a:solidFill>
                <a:latin typeface="HPE Graphik"/>
              </a:rPr>
              <a:t>WATCH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194560"/>
            <a:ext cx="3346704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B1B9BE"/>
                </a:solidFill>
                <a:latin typeface="HPE Graphik"/>
              </a:rPr>
              <a:t>Workarounds, DIY alternatives, unserved populations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188720"/>
            <a:ext cx="3566160" cy="1371600"/>
          </a:xfrm>
          <a:prstGeom prst="roundRect">
            <a:avLst/>
          </a:prstGeom>
          <a:solidFill>
            <a:srgbClr val="333A4A"/>
          </a:solidFill>
          <a:ln w="12700">
            <a:solidFill>
              <a:srgbClr val="535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79" y="1188720"/>
            <a:ext cx="3566160" cy="36576"/>
          </a:xfrm>
          <a:prstGeom prst="rect">
            <a:avLst/>
          </a:prstGeom>
          <a:solidFill>
            <a:srgbClr val="F26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07407" y="1298448"/>
            <a:ext cx="3346704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F26B43"/>
                </a:solidFill>
                <a:latin typeface="HPE Graphik Semibold"/>
              </a:rPr>
              <a:t>Overserved 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7" y="1554480"/>
            <a:ext cx="3346704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B1B9BE"/>
                </a:solidFill>
                <a:latin typeface="HPE Graphik"/>
              </a:rPr>
              <a:t>Customers paying for performance they do not use or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7" y="2057400"/>
            <a:ext cx="3346704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dirty="0">
                <a:solidFill>
                  <a:srgbClr val="535C66"/>
                </a:solidFill>
                <a:latin typeface="HPE Graphik"/>
              </a:rPr>
              <a:t>WATCH FOR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7" y="2194560"/>
            <a:ext cx="3346704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B1B9BE"/>
                </a:solidFill>
                <a:latin typeface="HPE Graphik"/>
              </a:rPr>
              <a:t>Feature fatigue, willingness-to-pay erosion, demand for simpler alternatives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188720"/>
            <a:ext cx="3566160" cy="1371600"/>
          </a:xfrm>
          <a:prstGeom prst="roundRect">
            <a:avLst/>
          </a:prstGeom>
          <a:solidFill>
            <a:srgbClr val="333A4A"/>
          </a:solidFill>
          <a:ln w="12700">
            <a:solidFill>
              <a:srgbClr val="535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19" y="1188720"/>
            <a:ext cx="3566160" cy="36576"/>
          </a:xfrm>
          <a:prstGeom prst="rect">
            <a:avLst/>
          </a:prstGeom>
          <a:solidFill>
            <a:srgbClr val="65A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56447" y="1298448"/>
            <a:ext cx="3346704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65AEF9"/>
                </a:solidFill>
                <a:latin typeface="HPE Graphik Semibold"/>
              </a:rPr>
              <a:t>Low-End Foothold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7" y="1554480"/>
            <a:ext cx="3346704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B1B9BE"/>
                </a:solidFill>
                <a:latin typeface="HPE Graphik"/>
              </a:rPr>
              <a:t>Simpler, cheaper alternatives gaining traction with less-demanding segments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6447" y="2057400"/>
            <a:ext cx="3346704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535C66"/>
                </a:solidFill>
                <a:latin typeface="HPE Graphik"/>
              </a:rPr>
              <a:t>WATCH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6447" y="2194560"/>
            <a:ext cx="3346704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B1B9BE"/>
                </a:solidFill>
                <a:latin typeface="HPE Graphik"/>
              </a:rPr>
              <a:t>Good-enough solutions at lower price points entering from below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743200"/>
            <a:ext cx="3566160" cy="1371600"/>
          </a:xfrm>
          <a:prstGeom prst="roundRect">
            <a:avLst/>
          </a:prstGeom>
          <a:solidFill>
            <a:srgbClr val="333A4A"/>
          </a:solidFill>
          <a:ln w="12700">
            <a:solidFill>
              <a:srgbClr val="535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8640" y="2743200"/>
            <a:ext cx="3566160" cy="36576"/>
          </a:xfrm>
          <a:prstGeom prst="rect">
            <a:avLst/>
          </a:prstGeom>
          <a:solidFill>
            <a:srgbClr val="9B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" y="2852928"/>
            <a:ext cx="3346704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9B84FC"/>
                </a:solidFill>
                <a:latin typeface="HPE Graphik Semibold"/>
              </a:rPr>
              <a:t>New-Market Foothold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108960"/>
            <a:ext cx="3346704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B1B9BE"/>
                </a:solidFill>
                <a:latin typeface="HPE Graphik"/>
              </a:rPr>
              <a:t>Solutions creating demand where none existed before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3611880"/>
            <a:ext cx="3346704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535C66"/>
                </a:solidFill>
                <a:latin typeface="HPE Graphik"/>
              </a:rPr>
              <a:t>WATCH FOR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749039"/>
            <a:ext cx="3346704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B1B9BE"/>
                </a:solidFill>
                <a:latin typeface="HPE Graphik"/>
              </a:rPr>
              <a:t>New categories, new use cases, previously non-consuming populations adopting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79" y="2743200"/>
            <a:ext cx="3566160" cy="1371600"/>
          </a:xfrm>
          <a:prstGeom prst="roundRect">
            <a:avLst/>
          </a:prstGeom>
          <a:solidFill>
            <a:srgbClr val="333A4A"/>
          </a:solidFill>
          <a:ln w="12700">
            <a:solidFill>
              <a:srgbClr val="535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297679" y="2743200"/>
            <a:ext cx="3566160" cy="36576"/>
          </a:xfrm>
          <a:prstGeom prst="rect">
            <a:avLst/>
          </a:prstGeom>
          <a:solidFill>
            <a:srgbClr val="62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07407" y="2852928"/>
            <a:ext cx="3346704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62E5F6"/>
                </a:solidFill>
                <a:latin typeface="HPE Graphik Semibold"/>
              </a:rPr>
              <a:t>Business Model Anomaly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07407" y="3108960"/>
            <a:ext cx="3346704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B1B9BE"/>
                </a:solidFill>
                <a:latin typeface="HPE Graphik"/>
              </a:rPr>
              <a:t>Entrants using fundamentally different cost structures, channels, or revenue models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07407" y="3611880"/>
            <a:ext cx="3346704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535C66"/>
                </a:solidFill>
                <a:latin typeface="HPE Graphik"/>
              </a:rPr>
              <a:t>WATCH FOR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07407" y="3749039"/>
            <a:ext cx="3346704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B1B9BE"/>
                </a:solidFill>
                <a:latin typeface="HPE Graphik"/>
              </a:rPr>
              <a:t>SaaS vs perpetual license, marketplace vs direct, free-tier vs enterprise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19" y="2743200"/>
            <a:ext cx="3566160" cy="1371600"/>
          </a:xfrm>
          <a:prstGeom prst="roundRect">
            <a:avLst/>
          </a:prstGeom>
          <a:solidFill>
            <a:srgbClr val="333A4A"/>
          </a:solidFill>
          <a:ln w="12700">
            <a:solidFill>
              <a:srgbClr val="535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046719" y="2743200"/>
            <a:ext cx="3566160" cy="36576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56447" y="2852928"/>
            <a:ext cx="3346704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F2C94C"/>
                </a:solidFill>
                <a:latin typeface="HPE Graphik Semibold"/>
              </a:rPr>
              <a:t>Enabling Technology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56447" y="3108960"/>
            <a:ext cx="3346704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B1B9BE"/>
                </a:solidFill>
                <a:latin typeface="HPE Graphik"/>
              </a:rPr>
              <a:t>Technologies that reduce barriers to entry or change the cost curve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56447" y="3611880"/>
            <a:ext cx="3346704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535C66"/>
                </a:solidFill>
                <a:latin typeface="HPE Graphik"/>
              </a:rPr>
              <a:t>WATCH FOR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56447" y="3749039"/>
            <a:ext cx="3346704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B1B9BE"/>
                </a:solidFill>
                <a:latin typeface="HPE Graphik"/>
              </a:rPr>
              <a:t>Open-source releases, patent expirations, capability milestones, cost inflection points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4297680"/>
            <a:ext cx="3566160" cy="1371600"/>
          </a:xfrm>
          <a:prstGeom prst="roundRect">
            <a:avLst/>
          </a:prstGeom>
          <a:solidFill>
            <a:srgbClr val="333A4A"/>
          </a:solidFill>
          <a:ln w="12700">
            <a:solidFill>
              <a:srgbClr val="535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48640" y="4297680"/>
            <a:ext cx="3566160" cy="36576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8368" y="4407408"/>
            <a:ext cx="3346704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FF6B9D"/>
                </a:solidFill>
                <a:latin typeface="HPE Graphik Semibold"/>
              </a:rPr>
              <a:t>Regulatory / Policy Shift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4663440"/>
            <a:ext cx="3346704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B1B9BE"/>
                </a:solidFill>
                <a:latin typeface="HPE Graphik"/>
              </a:rPr>
              <a:t>Rule changes that open or close access to markets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5166360"/>
            <a:ext cx="3346704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535C66"/>
                </a:solidFill>
                <a:latin typeface="HPE Graphik"/>
              </a:rPr>
              <a:t>WATCH FOR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5303520"/>
            <a:ext cx="3346704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B1B9BE"/>
                </a:solidFill>
                <a:latin typeface="HPE Graphik"/>
              </a:rPr>
              <a:t>New compliance requirements, deregulation, standards changes, trade policy shifts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00E0AF"/>
                </a:solidFill>
                <a:latin typeface="HPE Graphik Semibold"/>
              </a:rPr>
              <a:t>SIGNAL ZONE 1 OF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00E0AF"/>
                </a:solidFill>
                <a:latin typeface="HPE Graphik Semibold"/>
              </a:rPr>
              <a:t>Nonconsumption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B1B9BE"/>
                </a:solidFill>
                <a:latin typeface="HPE Graphik"/>
              </a:rPr>
              <a:t>People who need the outcome but cannot access, afford, or use today's 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77440"/>
            <a:ext cx="10515600" cy="2286000"/>
          </a:xfrm>
          <a:prstGeom prst="roundRect">
            <a:avLst/>
          </a:prstGeom>
          <a:solidFill>
            <a:srgbClr val="33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54864" cy="2286000"/>
          </a:xfrm>
          <a:prstGeom prst="rect">
            <a:avLst/>
          </a:prstGeom>
          <a:solidFill>
            <a:srgbClr val="00E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00E0AF"/>
                </a:solidFill>
                <a:latin typeface="HPE Graphik Semibold"/>
              </a:rPr>
              <a:t>WATCH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987552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B1B9BE"/>
                </a:solidFill>
                <a:latin typeface="HPE Graphik"/>
              </a:rPr>
              <a:t>Workarounds, DIY alternatives, unserved populations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F26B43"/>
                </a:solidFill>
                <a:latin typeface="HPE Graphik Semibold"/>
              </a:rPr>
              <a:t>SIGNAL ZONE 2 OF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F26B43"/>
                </a:solidFill>
                <a:latin typeface="HPE Graphik Semibold"/>
              </a:rPr>
              <a:t>Overserved Customers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B1B9BE"/>
                </a:solidFill>
                <a:latin typeface="HPE Graphik"/>
              </a:rPr>
              <a:t>Customers paying for performance they do not use or value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77440"/>
            <a:ext cx="10515600" cy="2286000"/>
          </a:xfrm>
          <a:prstGeom prst="roundRect">
            <a:avLst/>
          </a:prstGeom>
          <a:solidFill>
            <a:srgbClr val="33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54864" cy="2286000"/>
          </a:xfrm>
          <a:prstGeom prst="rect">
            <a:avLst/>
          </a:prstGeom>
          <a:solidFill>
            <a:srgbClr val="F26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F26B43"/>
                </a:solidFill>
                <a:latin typeface="HPE Graphik Semibold"/>
              </a:rPr>
              <a:t>WATCH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987552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B1B9BE"/>
                </a:solidFill>
                <a:latin typeface="HPE Graphik"/>
              </a:rPr>
              <a:t>Feature fatigue, willingness-to-pay erosion, demand for simpler alternatives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65AEF9"/>
                </a:solidFill>
                <a:latin typeface="HPE Graphik Semibold"/>
              </a:rPr>
              <a:t>SIGNAL ZONE 3 OF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65AEF9"/>
                </a:solidFill>
                <a:latin typeface="HPE Graphik Semibold"/>
              </a:rPr>
              <a:t>Low-End Foothold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B1B9BE"/>
                </a:solidFill>
                <a:latin typeface="HPE Graphik"/>
              </a:rPr>
              <a:t>Simpler, cheaper alternatives gaining traction with less-demanding segments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77440"/>
            <a:ext cx="10515600" cy="2286000"/>
          </a:xfrm>
          <a:prstGeom prst="roundRect">
            <a:avLst/>
          </a:prstGeom>
          <a:solidFill>
            <a:srgbClr val="33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54864" cy="2286000"/>
          </a:xfrm>
          <a:prstGeom prst="rect">
            <a:avLst/>
          </a:prstGeom>
          <a:solidFill>
            <a:srgbClr val="65A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65AEF9"/>
                </a:solidFill>
                <a:latin typeface="HPE Graphik Semibold"/>
              </a:rPr>
              <a:t>WATCH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987552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B1B9BE"/>
                </a:solidFill>
                <a:latin typeface="HPE Graphik"/>
              </a:rPr>
              <a:t>Good-enough solutions at lower price points entering from below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9B84FC"/>
                </a:solidFill>
                <a:latin typeface="HPE Graphik Semibold"/>
              </a:rPr>
              <a:t>SIGNAL ZONE 4 OF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9B84FC"/>
                </a:solidFill>
                <a:latin typeface="HPE Graphik Semibold"/>
              </a:rPr>
              <a:t>New-Market Foothold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B1B9BE"/>
                </a:solidFill>
                <a:latin typeface="HPE Graphik"/>
              </a:rPr>
              <a:t>Solutions creating demand where none existed before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77440"/>
            <a:ext cx="10515600" cy="2286000"/>
          </a:xfrm>
          <a:prstGeom prst="roundRect">
            <a:avLst/>
          </a:prstGeom>
          <a:solidFill>
            <a:srgbClr val="33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54864" cy="2286000"/>
          </a:xfrm>
          <a:prstGeom prst="rect">
            <a:avLst/>
          </a:prstGeom>
          <a:solidFill>
            <a:srgbClr val="9B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9B84FC"/>
                </a:solidFill>
                <a:latin typeface="HPE Graphik Semibold"/>
              </a:rPr>
              <a:t>WATCH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987552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B1B9BE"/>
                </a:solidFill>
                <a:latin typeface="HPE Graphik"/>
              </a:rPr>
              <a:t>New categories, new use cases, previously non-consuming populations adopting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62E5F6"/>
                </a:solidFill>
                <a:latin typeface="HPE Graphik Semibold"/>
              </a:rPr>
              <a:t>SIGNAL ZONE 5 OF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62E5F6"/>
                </a:solidFill>
                <a:latin typeface="HPE Graphik Semibold"/>
              </a:rPr>
              <a:t>Business Model Anomaly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B1B9BE"/>
                </a:solidFill>
                <a:latin typeface="HPE Graphik"/>
              </a:rPr>
              <a:t>Entrants using fundamentally different cost structures, channels, or revenue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77440"/>
            <a:ext cx="10515600" cy="2286000"/>
          </a:xfrm>
          <a:prstGeom prst="roundRect">
            <a:avLst/>
          </a:prstGeom>
          <a:solidFill>
            <a:srgbClr val="33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54864" cy="2286000"/>
          </a:xfrm>
          <a:prstGeom prst="rect">
            <a:avLst/>
          </a:prstGeom>
          <a:solidFill>
            <a:srgbClr val="62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62E5F6"/>
                </a:solidFill>
                <a:latin typeface="HPE Graphik Semibold"/>
              </a:rPr>
              <a:t>WATCH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987552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B1B9BE"/>
                </a:solidFill>
                <a:latin typeface="HPE Graphik"/>
              </a:rPr>
              <a:t>SaaS vs perpetual license, marketplace vs direct, free-tier vs enterprise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F2C94C"/>
                </a:solidFill>
                <a:latin typeface="HPE Graphik Semibold"/>
              </a:rPr>
              <a:t>SIGNAL ZONE 6 OF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F2C94C"/>
                </a:solidFill>
                <a:latin typeface="HPE Graphik Semibold"/>
              </a:rPr>
              <a:t>Enabling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B1B9BE"/>
                </a:solidFill>
                <a:latin typeface="HPE Graphik"/>
              </a:rPr>
              <a:t>Technologies that reduce barriers to entry or change the cost curve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77440"/>
            <a:ext cx="10515600" cy="2286000"/>
          </a:xfrm>
          <a:prstGeom prst="roundRect">
            <a:avLst/>
          </a:prstGeom>
          <a:solidFill>
            <a:srgbClr val="33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54864" cy="228600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F2C94C"/>
                </a:solidFill>
                <a:latin typeface="HPE Graphik Semibold"/>
              </a:rPr>
              <a:t>WATCH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987552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B1B9BE"/>
                </a:solidFill>
                <a:latin typeface="HPE Graphik"/>
              </a:rPr>
              <a:t>Open-source releases, patent expirations, capability milestones, cost inflection points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FF6B9D"/>
                </a:solidFill>
                <a:latin typeface="HPE Graphik Semibold"/>
              </a:rPr>
              <a:t>SIGNAL ZONE 7 OF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FF6B9D"/>
                </a:solidFill>
                <a:latin typeface="HPE Graphik Semibold"/>
              </a:rPr>
              <a:t>Regulatory / Policy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B1B9BE"/>
                </a:solidFill>
                <a:latin typeface="HPE Graphik"/>
              </a:rPr>
              <a:t>Rule changes that open or close access to markets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77440"/>
            <a:ext cx="10515600" cy="2286000"/>
          </a:xfrm>
          <a:prstGeom prst="roundRect">
            <a:avLst/>
          </a:prstGeom>
          <a:solidFill>
            <a:srgbClr val="33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54864" cy="228600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FF6B9D"/>
                </a:solidFill>
                <a:latin typeface="HPE Graphik Semibold"/>
              </a:rPr>
              <a:t>WATCH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987552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B1B9BE"/>
                </a:solidFill>
                <a:latin typeface="HPE Graphik"/>
              </a:rPr>
              <a:t>New compliance requirements, deregulation, standards changes, trade policy shifts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F26B43"/>
                </a:solidFill>
                <a:latin typeface="HPE Graphik Semibold"/>
              </a:rPr>
              <a:t>DISRUPTION FILTERS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HPE Graphik Semibold"/>
              </a:rPr>
              <a:t>6 Filters for Assessing Disruptive Potential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11064240" cy="365760"/>
          </a:xfrm>
          <a:prstGeom prst="roundRect">
            <a:avLst/>
          </a:prstGeom>
          <a:solidFill>
            <a:srgbClr val="3D2E28"/>
          </a:solidFill>
          <a:ln w="12700">
            <a:solidFill>
              <a:srgbClr val="F26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26B43"/>
                </a:solidFill>
                <a:latin typeface="HPE Graphik"/>
              </a:rPr>
              <a:t>A signal that passes 3+ filters warrants deeper investigation. 4+ filters indicates high disruptive potential.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11064240" cy="640080"/>
          </a:xfrm>
          <a:prstGeom prst="roundRect">
            <a:avLst/>
          </a:prstGeom>
          <a:solidFill>
            <a:srgbClr val="333A4A"/>
          </a:solidFill>
          <a:ln w="12700">
            <a:solidFill>
              <a:srgbClr val="535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54864" cy="640080"/>
          </a:xfrm>
          <a:prstGeom prst="rect">
            <a:avLst/>
          </a:prstGeom>
          <a:solidFill>
            <a:srgbClr val="F26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3200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F26B43"/>
                </a:solidFill>
                <a:latin typeface="HPE Graphik Semibold"/>
              </a:rPr>
              <a:t>1. Asymmetric Motivation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38528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B1B9BE"/>
                </a:solidFill>
                <a:latin typeface="HPE Graphik"/>
              </a:rPr>
              <a:t>Would an incumbent choose not to respond because the opportunity looks unattractive at their scale?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59152"/>
            <a:ext cx="11064240" cy="640080"/>
          </a:xfrm>
          <a:prstGeom prst="roundRect">
            <a:avLst/>
          </a:prstGeom>
          <a:solidFill>
            <a:srgbClr val="333A4A"/>
          </a:solidFill>
          <a:ln w="12700">
            <a:solidFill>
              <a:srgbClr val="535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2359152"/>
            <a:ext cx="54864" cy="640080"/>
          </a:xfrm>
          <a:prstGeom prst="rect">
            <a:avLst/>
          </a:prstGeom>
          <a:solidFill>
            <a:srgbClr val="F26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404872"/>
            <a:ext cx="3200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F26B43"/>
                </a:solidFill>
                <a:latin typeface="HPE Graphik Semibold"/>
              </a:rPr>
              <a:t>2. Asymmetric 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5176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B1B9BE"/>
                </a:solidFill>
                <a:latin typeface="HPE Graphik"/>
              </a:rPr>
              <a:t>Does the entrant possess capabilities the incumbent lacks or cannot easily replicate?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72384"/>
            <a:ext cx="11064240" cy="640080"/>
          </a:xfrm>
          <a:prstGeom prst="roundRect">
            <a:avLst/>
          </a:prstGeom>
          <a:solidFill>
            <a:srgbClr val="333A4A"/>
          </a:solidFill>
          <a:ln w="12700">
            <a:solidFill>
              <a:srgbClr val="535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3072384"/>
            <a:ext cx="54864" cy="640080"/>
          </a:xfrm>
          <a:prstGeom prst="rect">
            <a:avLst/>
          </a:prstGeom>
          <a:solidFill>
            <a:srgbClr val="F26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118104"/>
            <a:ext cx="3200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F26B43"/>
                </a:solidFill>
                <a:latin typeface="HPE Graphik Semibold"/>
              </a:rPr>
              <a:t>3. Trajectory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364992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B1B9BE"/>
                </a:solidFill>
                <a:latin typeface="HPE Graphik"/>
              </a:rPr>
              <a:t>Is the entrant improving fast enough to eventually meet mainstream needs?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85616"/>
            <a:ext cx="11064240" cy="640080"/>
          </a:xfrm>
          <a:prstGeom prst="roundRect">
            <a:avLst/>
          </a:prstGeom>
          <a:solidFill>
            <a:srgbClr val="333A4A"/>
          </a:solidFill>
          <a:ln w="12700">
            <a:solidFill>
              <a:srgbClr val="535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3785616"/>
            <a:ext cx="54864" cy="640080"/>
          </a:xfrm>
          <a:prstGeom prst="rect">
            <a:avLst/>
          </a:prstGeom>
          <a:solidFill>
            <a:srgbClr val="F26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3831336"/>
            <a:ext cx="3200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F26B43"/>
                </a:solidFill>
                <a:latin typeface="HPE Graphik Semibold"/>
              </a:rPr>
              <a:t>4. Performance Overshoot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078224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B1B9BE"/>
                </a:solidFill>
                <a:latin typeface="HPE Graphik"/>
              </a:rPr>
              <a:t>Has the incumbent's product performance exceeded what mainstream customers actually need?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498848"/>
            <a:ext cx="11064240" cy="640080"/>
          </a:xfrm>
          <a:prstGeom prst="roundRect">
            <a:avLst/>
          </a:prstGeom>
          <a:solidFill>
            <a:srgbClr val="333A4A"/>
          </a:solidFill>
          <a:ln w="12700">
            <a:solidFill>
              <a:srgbClr val="535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8640" y="4498848"/>
            <a:ext cx="54864" cy="640080"/>
          </a:xfrm>
          <a:prstGeom prst="rect">
            <a:avLst/>
          </a:prstGeom>
          <a:solidFill>
            <a:srgbClr val="F26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4544568"/>
            <a:ext cx="3200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F26B43"/>
                </a:solidFill>
                <a:latin typeface="HPE Graphik Semibold"/>
              </a:rPr>
              <a:t>5. Barrier Removal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791456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B1B9BE"/>
                </a:solidFill>
                <a:latin typeface="HPE Graphik"/>
              </a:rPr>
              <a:t>Does the entrant eliminate a skill, wealth, or access barrier that kept people from consuming?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212080"/>
            <a:ext cx="11064240" cy="640080"/>
          </a:xfrm>
          <a:prstGeom prst="roundRect">
            <a:avLst/>
          </a:prstGeom>
          <a:solidFill>
            <a:srgbClr val="333A4A"/>
          </a:solidFill>
          <a:ln w="12700">
            <a:solidFill>
              <a:srgbClr val="535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5212080"/>
            <a:ext cx="54864" cy="640080"/>
          </a:xfrm>
          <a:prstGeom prst="rect">
            <a:avLst/>
          </a:prstGeom>
          <a:solidFill>
            <a:srgbClr val="F26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5257800"/>
            <a:ext cx="3200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F26B43"/>
                </a:solidFill>
                <a:latin typeface="HPE Graphik Semibold"/>
              </a:rPr>
              <a:t>6. Business Model Conflict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504688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B1B9BE"/>
                </a:solidFill>
                <a:latin typeface="HPE Graphik"/>
              </a:rPr>
              <a:t>Would responding require the incumbent to cannibalize margins, channels, or key relationships?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9B84FC"/>
                </a:solidFill>
                <a:latin typeface="HPE Graphik Semibold"/>
              </a:rPr>
              <a:t>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HPE Graphik Semibold"/>
              </a:rPr>
              <a:t>3 Signal Classification Types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1064240" cy="1280160"/>
          </a:xfrm>
          <a:prstGeom prst="roundRect">
            <a:avLst/>
          </a:prstGeom>
          <a:solidFill>
            <a:srgbClr val="333A4A"/>
          </a:solidFill>
          <a:ln w="12700">
            <a:solidFill>
              <a:srgbClr val="535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36576"/>
          </a:xfrm>
          <a:prstGeom prst="rect">
            <a:avLst/>
          </a:prstGeom>
          <a:solidFill>
            <a:srgbClr val="00E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298448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0E0AF"/>
                </a:solidFill>
                <a:latin typeface="HPE Graphik Semibold"/>
              </a:rPr>
              <a:t>Sustaining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B1B9BE"/>
                </a:solidFill>
                <a:latin typeface="HPE Graphik"/>
              </a:rPr>
              <a:t>Improvements along dimensions incumbents already compete on. Incumbents are motivated and able to respond.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535C66"/>
                </a:solidFill>
                <a:latin typeface="HPE Graphik"/>
              </a:rPr>
              <a:t>STRATEGIC 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01168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2E5F6"/>
                </a:solidFill>
                <a:latin typeface="HPE Graphik"/>
              </a:rPr>
              <a:t>Compete — invest, accelerate, or acquire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06040"/>
            <a:ext cx="11064240" cy="1280160"/>
          </a:xfrm>
          <a:prstGeom prst="roundRect">
            <a:avLst/>
          </a:prstGeom>
          <a:solidFill>
            <a:srgbClr val="333A4A"/>
          </a:solidFill>
          <a:ln w="12700">
            <a:solidFill>
              <a:srgbClr val="535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2606040"/>
            <a:ext cx="11064240" cy="36576"/>
          </a:xfrm>
          <a:prstGeom prst="rect">
            <a:avLst/>
          </a:prstGeom>
          <a:solidFill>
            <a:srgbClr val="F26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715768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F26B43"/>
                </a:solidFill>
                <a:latin typeface="HPE Graphik Semibold"/>
              </a:rPr>
              <a:t>Disruptive — Low-End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6324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B1B9BE"/>
                </a:solidFill>
                <a:latin typeface="HPE Graphik"/>
              </a:rPr>
              <a:t>Simpler, cheaper entrant targeting the least-profitable customers first, then moving upmarket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29000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535C66"/>
                </a:solidFill>
                <a:latin typeface="HPE Graphik"/>
              </a:rPr>
              <a:t>STRATEGIC RESPONSE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42900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2E5F6"/>
                </a:solidFill>
                <a:latin typeface="HPE Graphik"/>
              </a:rPr>
              <a:t>Create separate unit, partner, or change business 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23360"/>
            <a:ext cx="11064240" cy="1280160"/>
          </a:xfrm>
          <a:prstGeom prst="roundRect">
            <a:avLst/>
          </a:prstGeom>
          <a:solidFill>
            <a:srgbClr val="333A4A"/>
          </a:solidFill>
          <a:ln w="12700">
            <a:solidFill>
              <a:srgbClr val="535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4023360"/>
            <a:ext cx="11064240" cy="36576"/>
          </a:xfrm>
          <a:prstGeom prst="rect">
            <a:avLst/>
          </a:prstGeom>
          <a:solidFill>
            <a:srgbClr val="9B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133088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9B84FC"/>
                </a:solidFill>
                <a:latin typeface="HPE Graphik Semibold"/>
              </a:rPr>
              <a:t>Disruptive — New-Market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48056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B1B9BE"/>
                </a:solidFill>
                <a:latin typeface="HPE Graphik"/>
              </a:rPr>
              <a:t>Entrant serving nonconsumers or creating a new context for consumption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846320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535C66"/>
                </a:solidFill>
                <a:latin typeface="HPE Graphik"/>
              </a:rPr>
              <a:t>STRATEGIC RESPONSE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84632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2E5F6"/>
                </a:solidFill>
                <a:latin typeface="HPE Graphik"/>
              </a:rPr>
              <a:t>Create separate unit, partner, or change business model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65AEF9"/>
                </a:solidFill>
                <a:latin typeface="HPE Graphik Semibold"/>
              </a:rPr>
              <a:t>SCORING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HPE Graphik Semibold"/>
              </a:rPr>
              <a:t>Impact × Speed Priority Matrix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188720"/>
            <a:ext cx="5760720" cy="548640"/>
          </a:xfrm>
          <a:prstGeom prst="roundRect">
            <a:avLst/>
          </a:prstGeom>
          <a:solidFill>
            <a:srgbClr val="333A4A"/>
          </a:solidFill>
          <a:ln w="12700">
            <a:solidFill>
              <a:srgbClr val="F26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0" y="1207008"/>
            <a:ext cx="5760720" cy="51206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F26B43"/>
                </a:solidFill>
                <a:latin typeface="HPE Graphik Semibold"/>
              </a:rPr>
              <a:t>Priority = Impact × Speed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65AEF9"/>
                </a:solidFill>
                <a:latin typeface="HPE Graphik Semibold"/>
              </a:rPr>
              <a:t>Impact (1-3)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10698480" cy="320040"/>
          </a:xfrm>
          <a:prstGeom prst="roundRect">
            <a:avLst/>
          </a:prstGeom>
          <a:solidFill>
            <a:srgbClr val="33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359152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65AEF9"/>
                </a:solidFill>
                <a:latin typeface="HPE Graphik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368296"/>
            <a:ext cx="9784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B1B9BE"/>
                </a:solidFill>
                <a:latin typeface="HPE Graphik"/>
              </a:rPr>
              <a:t>Affects a niche we do not serve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97480"/>
            <a:ext cx="10698480" cy="320040"/>
          </a:xfrm>
          <a:prstGeom prst="roundRect">
            <a:avLst/>
          </a:prstGeom>
          <a:solidFill>
            <a:srgbClr val="33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724912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65AEF9"/>
                </a:solidFill>
                <a:latin typeface="HPE Graphik Semibol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734056"/>
            <a:ext cx="9784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B1B9BE"/>
                </a:solidFill>
                <a:latin typeface="HPE Graphik"/>
              </a:rPr>
              <a:t>Affects an adjacent segment or channel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63240"/>
            <a:ext cx="10698480" cy="320040"/>
          </a:xfrm>
          <a:prstGeom prst="roundRect">
            <a:avLst/>
          </a:prstGeom>
          <a:solidFill>
            <a:srgbClr val="33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090672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65AEF9"/>
                </a:solidFill>
                <a:latin typeface="HPE Graphik Semibold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099816"/>
            <a:ext cx="9784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B1B9BE"/>
                </a:solidFill>
                <a:latin typeface="HPE Graphik"/>
              </a:rPr>
              <a:t>Threatens core revenue or key customer relationships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56616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65AEF9"/>
                </a:solidFill>
                <a:latin typeface="HPE Graphik Semibold"/>
              </a:rPr>
              <a:t>Speed (1-3)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886200"/>
            <a:ext cx="10698480" cy="320040"/>
          </a:xfrm>
          <a:prstGeom prst="roundRect">
            <a:avLst/>
          </a:prstGeom>
          <a:solidFill>
            <a:srgbClr val="33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913632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65AEF9"/>
                </a:solidFill>
                <a:latin typeface="HPE Graphik Semibold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922776"/>
            <a:ext cx="9784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B1B9BE"/>
                </a:solidFill>
                <a:latin typeface="HPE Graphik"/>
              </a:rPr>
              <a:t>Improving slowly; years away from mainstream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251960"/>
            <a:ext cx="10698480" cy="320040"/>
          </a:xfrm>
          <a:prstGeom prst="roundRect">
            <a:avLst/>
          </a:prstGeom>
          <a:solidFill>
            <a:srgbClr val="33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279392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65AEF9"/>
                </a:solidFill>
                <a:latin typeface="HPE Graphik Semibold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288536"/>
            <a:ext cx="9784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B1B9BE"/>
                </a:solidFill>
                <a:latin typeface="HPE Graphik"/>
              </a:rPr>
              <a:t>Improving steadily; could reach mainstream in 2-4 years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617720"/>
            <a:ext cx="10698480" cy="320040"/>
          </a:xfrm>
          <a:prstGeom prst="roundRect">
            <a:avLst/>
          </a:prstGeom>
          <a:solidFill>
            <a:srgbClr val="33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645152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65AEF9"/>
                </a:solidFill>
                <a:latin typeface="HPE Graphik Semibol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654296"/>
            <a:ext cx="9784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B1B9BE"/>
                </a:solidFill>
                <a:latin typeface="HPE Graphik"/>
              </a:rPr>
              <a:t>Improving rapidly; viable for mainstream within 1-2 years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F26B43"/>
                </a:solidFill>
                <a:latin typeface="HPE Graphik Semibold"/>
              </a:rPr>
              <a:t>ACTION TIERS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HPE Graphik Semibold"/>
              </a:rPr>
              <a:t>Priority Score → Response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74720" cy="3200400"/>
          </a:xfrm>
          <a:prstGeom prst="roundRect">
            <a:avLst/>
          </a:prstGeom>
          <a:solidFill>
            <a:srgbClr val="333A4A"/>
          </a:solidFill>
          <a:ln w="12700">
            <a:solidFill>
              <a:srgbClr val="535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474720" cy="54864"/>
          </a:xfrm>
          <a:prstGeom prst="rect">
            <a:avLst/>
          </a:prstGeom>
          <a:solidFill>
            <a:srgbClr val="65A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65AEF9"/>
                </a:solidFill>
                <a:latin typeface="HPE Graphik Semibold"/>
              </a:rPr>
              <a:t>1-3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HPE Graphik Semibold"/>
              </a:rPr>
              <a:t>Monitor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31089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B1B9BE"/>
                </a:solidFill>
                <a:latin typeface="HPE Graphik"/>
              </a:rPr>
              <a:t>Watch quarterly; not urgent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535C66"/>
                </a:solidFill>
                <a:latin typeface="HPE Graphik"/>
              </a:rPr>
              <a:t>Revisit quarterly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79" y="1371600"/>
            <a:ext cx="3474720" cy="3200400"/>
          </a:xfrm>
          <a:prstGeom prst="roundRect">
            <a:avLst/>
          </a:prstGeom>
          <a:solidFill>
            <a:srgbClr val="333A4A"/>
          </a:solidFill>
          <a:ln w="12700">
            <a:solidFill>
              <a:srgbClr val="535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26279" y="1371600"/>
            <a:ext cx="3474720" cy="54864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79" y="160020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F2C94C"/>
                </a:solidFill>
                <a:latin typeface="HPE Graphik Semibold"/>
              </a:rPr>
              <a:t>4-6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210312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HPE Graphik Semibold"/>
              </a:rPr>
              <a:t>Investigate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2606040"/>
            <a:ext cx="31089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B1B9BE"/>
                </a:solidFill>
                <a:latin typeface="HPE Graphik"/>
              </a:rPr>
              <a:t>Gather primary evidence within 30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3474720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535C66"/>
                </a:solidFill>
                <a:latin typeface="HPE Graphik"/>
              </a:rPr>
              <a:t>30 days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371600"/>
            <a:ext cx="3474720" cy="3200400"/>
          </a:xfrm>
          <a:prstGeom prst="roundRect">
            <a:avLst/>
          </a:prstGeom>
          <a:solidFill>
            <a:srgbClr val="333A4A"/>
          </a:solidFill>
          <a:ln w="12700">
            <a:solidFill>
              <a:srgbClr val="535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21040" y="1371600"/>
            <a:ext cx="3474720" cy="54864"/>
          </a:xfrm>
          <a:prstGeom prst="rect">
            <a:avLst/>
          </a:prstGeom>
          <a:solidFill>
            <a:srgbClr val="F26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0" y="160020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F26B43"/>
                </a:solidFill>
                <a:latin typeface="HPE Graphik Semibold"/>
              </a:rPr>
              <a:t>7-9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10312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HPE Graphik Semibold"/>
              </a:rPr>
              <a:t>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2606040"/>
            <a:ext cx="31089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B1B9BE"/>
                </a:solidFill>
                <a:latin typeface="HPE Graphik"/>
              </a:rPr>
              <a:t>Design and run an experiment within 60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474720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535C66"/>
                </a:solidFill>
                <a:latin typeface="HPE Graphik"/>
              </a:rPr>
              <a:t>60 days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62E5F6"/>
                </a:solidFill>
                <a:latin typeface="HPE Graphik Semibold"/>
              </a:rPr>
              <a:t>RPV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HPE Graphik Semibold"/>
              </a:rPr>
              <a:t>Resources, Processes,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B1B9BE"/>
                </a:solidFill>
                <a:latin typeface="HPE Graphik"/>
              </a:rPr>
              <a:t>Assess whether incumbent can structurally respond to a disruptive signal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2743200"/>
          </a:xfrm>
          <a:prstGeom prst="roundRect">
            <a:avLst/>
          </a:prstGeom>
          <a:solidFill>
            <a:srgbClr val="333A4A"/>
          </a:solidFill>
          <a:ln w="12700">
            <a:solidFill>
              <a:srgbClr val="535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00E0AF"/>
                </a:solidFill>
                <a:latin typeface="HPE Graphik Semibold"/>
              </a:rPr>
              <a:t>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00E0AF"/>
                </a:solidFill>
                <a:latin typeface="HPE Graphik Semibold"/>
              </a:rPr>
              <a:t>Resources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31089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B1B9BE"/>
                </a:solidFill>
                <a:latin typeface="HPE Graphik"/>
              </a:rPr>
              <a:t>Can the incumbent deploy the capital, talent, and technology needed?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79" y="1645920"/>
            <a:ext cx="3474720" cy="2743200"/>
          </a:xfrm>
          <a:prstGeom prst="roundRect">
            <a:avLst/>
          </a:prstGeom>
          <a:solidFill>
            <a:srgbClr val="333A4A"/>
          </a:solidFill>
          <a:ln w="12700">
            <a:solidFill>
              <a:srgbClr val="535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26279" y="182880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65AEF9"/>
                </a:solidFill>
                <a:latin typeface="HPE Graphik Semibold"/>
              </a:rPr>
              <a:t>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2377440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65AEF9"/>
                </a:solidFill>
                <a:latin typeface="HPE Graphik Semibold"/>
              </a:rPr>
              <a:t>Processes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2834640"/>
            <a:ext cx="31089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B1B9BE"/>
                </a:solidFill>
                <a:latin typeface="HPE Graphik"/>
              </a:rPr>
              <a:t>Are the incumbent's ways of working optimized for this response, or would they need to operate differently?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645920"/>
            <a:ext cx="3474720" cy="2743200"/>
          </a:xfrm>
          <a:prstGeom prst="roundRect">
            <a:avLst/>
          </a:prstGeom>
          <a:solidFill>
            <a:srgbClr val="333A4A"/>
          </a:solidFill>
          <a:ln w="12700">
            <a:solidFill>
              <a:srgbClr val="535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182880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9B84FC"/>
                </a:solidFill>
                <a:latin typeface="HPE Graphik Semibold"/>
              </a:rPr>
              <a:t>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377440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9B84FC"/>
                </a:solidFill>
                <a:latin typeface="HPE Graphik Semibold"/>
              </a:rPr>
              <a:t>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9" y="2834640"/>
            <a:ext cx="31089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B1B9BE"/>
                </a:solidFill>
                <a:latin typeface="HPE Graphik"/>
              </a:rPr>
              <a:t>Does the incumbent's cost structure and margin expectations make the response attractive?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754880"/>
            <a:ext cx="11064240" cy="731520"/>
          </a:xfrm>
          <a:prstGeom prst="roundRect">
            <a:avLst/>
          </a:prstGeom>
          <a:solidFill>
            <a:srgbClr val="2A343D"/>
          </a:solidFill>
          <a:ln w="12700">
            <a:solidFill>
              <a:srgbClr val="62E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800600"/>
            <a:ext cx="10698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2E5F6"/>
                </a:solidFill>
                <a:latin typeface="HPE Graphik"/>
              </a:rPr>
              <a:t>If all three align, the incumbent can and probably will respond. If Values or Processes are misaligned, the incumbent faces a structural barrier even with sufficient resources.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62E5F6"/>
                </a:solidFill>
                <a:latin typeface="HPE Graphik Semibold"/>
              </a:rPr>
              <a:t>EVIDENCE &amp; CONFIDENCE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HPE Graphik Semibold"/>
              </a:rPr>
              <a:t>Evidence Capture Fields &amp; Confidence Ratings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62E5F6"/>
                </a:solidFill>
                <a:latin typeface="HPE Graphik Semibold"/>
              </a:rPr>
              <a:t>REQUIRED EVIDENCE FIELDS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474720" cy="347472"/>
          </a:xfrm>
          <a:prstGeom prst="roundRect">
            <a:avLst/>
          </a:prstGeom>
          <a:solidFill>
            <a:srgbClr val="333A4A"/>
          </a:solidFill>
          <a:ln w="12700">
            <a:solidFill>
              <a:srgbClr val="535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53896"/>
            <a:ext cx="3291839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62E5F6"/>
                </a:solidFill>
                <a:latin typeface="HPE Graphik"/>
              </a:rPr>
              <a:t>Source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417320"/>
            <a:ext cx="3474720" cy="347472"/>
          </a:xfrm>
          <a:prstGeom prst="roundRect">
            <a:avLst/>
          </a:prstGeom>
          <a:solidFill>
            <a:srgbClr val="333A4A"/>
          </a:solidFill>
          <a:ln w="12700">
            <a:solidFill>
              <a:srgbClr val="535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97679" y="1453896"/>
            <a:ext cx="3291839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62E5F6"/>
                </a:solidFill>
                <a:latin typeface="HPE Graphik"/>
              </a:rPr>
              <a:t>Observable Behavior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417320"/>
            <a:ext cx="3474720" cy="347472"/>
          </a:xfrm>
          <a:prstGeom prst="roundRect">
            <a:avLst/>
          </a:prstGeom>
          <a:solidFill>
            <a:srgbClr val="333A4A"/>
          </a:solidFill>
          <a:ln w="12700">
            <a:solidFill>
              <a:srgbClr val="535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79" y="1453896"/>
            <a:ext cx="3291839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62E5F6"/>
                </a:solidFill>
                <a:latin typeface="HPE Graphik"/>
              </a:rPr>
              <a:t>Current Scale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28800"/>
            <a:ext cx="3474720" cy="347472"/>
          </a:xfrm>
          <a:prstGeom prst="roundRect">
            <a:avLst/>
          </a:prstGeom>
          <a:solidFill>
            <a:srgbClr val="333A4A"/>
          </a:solidFill>
          <a:ln w="12700">
            <a:solidFill>
              <a:srgbClr val="535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865376"/>
            <a:ext cx="3291839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62E5F6"/>
                </a:solidFill>
                <a:latin typeface="HPE Graphik"/>
              </a:rPr>
              <a:t>Rate of Change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1828800"/>
            <a:ext cx="3474720" cy="347472"/>
          </a:xfrm>
          <a:prstGeom prst="roundRect">
            <a:avLst/>
          </a:prstGeom>
          <a:solidFill>
            <a:srgbClr val="333A4A"/>
          </a:solidFill>
          <a:ln w="12700">
            <a:solidFill>
              <a:srgbClr val="535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79" y="1865376"/>
            <a:ext cx="3291839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62E5F6"/>
                </a:solidFill>
                <a:latin typeface="HPE Graphik"/>
              </a:rPr>
              <a:t>Incumbent Response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1828800"/>
            <a:ext cx="3474720" cy="347472"/>
          </a:xfrm>
          <a:prstGeom prst="roundRect">
            <a:avLst/>
          </a:prstGeom>
          <a:solidFill>
            <a:srgbClr val="333A4A"/>
          </a:solidFill>
          <a:ln w="12700">
            <a:solidFill>
              <a:srgbClr val="535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79" y="1865376"/>
            <a:ext cx="3291839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62E5F6"/>
                </a:solidFill>
                <a:latin typeface="HPE Graphik"/>
              </a:rPr>
              <a:t>Alternative Explanations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56032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00E0AF"/>
                </a:solidFill>
                <a:latin typeface="HPE Graphik Semibold"/>
              </a:rPr>
              <a:t>CONFIDENCE RATINGS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880360"/>
            <a:ext cx="11064240" cy="868680"/>
          </a:xfrm>
          <a:prstGeom prst="roundRect">
            <a:avLst/>
          </a:prstGeom>
          <a:solidFill>
            <a:srgbClr val="333A4A"/>
          </a:solidFill>
          <a:ln w="12700">
            <a:solidFill>
              <a:srgbClr val="535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2926079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0E0AF"/>
                </a:solidFill>
                <a:latin typeface="HPE Graphik Semibold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2926079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FFFFFF"/>
                </a:solidFill>
                <a:latin typeface="HPE Graphik"/>
              </a:rPr>
              <a:t>Strong evidence supports the assessment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291840"/>
            <a:ext cx="10515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B1B9BE"/>
                </a:solidFill>
                <a:latin typeface="HPE Graphik"/>
              </a:rPr>
              <a:t>Treat as reliable; use in client presentations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886200"/>
            <a:ext cx="11064240" cy="868680"/>
          </a:xfrm>
          <a:prstGeom prst="roundRect">
            <a:avLst/>
          </a:prstGeom>
          <a:solidFill>
            <a:srgbClr val="333A4A"/>
          </a:solidFill>
          <a:ln w="12700">
            <a:solidFill>
              <a:srgbClr val="535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39319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F2C94C"/>
                </a:solidFill>
                <a:latin typeface="HPE Graphik Semibold"/>
              </a:rPr>
              <a:t>Medium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93192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FFFFFF"/>
                </a:solidFill>
                <a:latin typeface="HPE Graphik"/>
              </a:rPr>
              <a:t>Some evidence exists but gaps remain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297680"/>
            <a:ext cx="10515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B1B9BE"/>
                </a:solidFill>
                <a:latin typeface="HPE Graphik"/>
              </a:rPr>
              <a:t>Usable for prioritization; flag the gap in deliverable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892040"/>
            <a:ext cx="11064240" cy="868680"/>
          </a:xfrm>
          <a:prstGeom prst="roundRect">
            <a:avLst/>
          </a:prstGeom>
          <a:solidFill>
            <a:srgbClr val="333A4A"/>
          </a:solidFill>
          <a:ln w="12700">
            <a:solidFill>
              <a:srgbClr val="535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4937759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F26B43"/>
                </a:solidFill>
                <a:latin typeface="HPE Graphik Semibold"/>
              </a:rPr>
              <a:t>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4937759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FFFFFF"/>
                </a:solidFill>
                <a:latin typeface="HPE Graphik"/>
              </a:rPr>
              <a:t>Assessment is based on inference, not observation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303520"/>
            <a:ext cx="10515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B1B9BE"/>
                </a:solidFill>
                <a:latin typeface="HPE Graphik"/>
              </a:rPr>
              <a:t>Do not present as finding — treat as hypothesis to 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PE Dark Theme">
  <a:themeElements>
    <a:clrScheme name="HPE Dark">
      <a:dk1>
        <a:srgbClr val="292D3A"/>
      </a:dk1>
      <a:lt1>
        <a:sysClr val="window" lastClr="FFFFFF"/>
      </a:lt1>
      <a:dk2>
        <a:srgbClr val="B1B9BE"/>
      </a:dk2>
      <a:lt2>
        <a:srgbClr val="535C66"/>
      </a:lt2>
      <a:accent1>
        <a:srgbClr val="00E0AF"/>
      </a:accent1>
      <a:accent2>
        <a:srgbClr val="9B84FC"/>
      </a:accent2>
      <a:accent3>
        <a:srgbClr val="65AEF9"/>
      </a:accent3>
      <a:accent4>
        <a:srgbClr val="62E5F6"/>
      </a:accent4>
      <a:accent5>
        <a:srgbClr val="C98AD4"/>
      </a:accent5>
      <a:accent6>
        <a:srgbClr val="DB72B8"/>
      </a:accent6>
      <a:hlink>
        <a:srgbClr val="00E0AF"/>
      </a:hlink>
      <a:folHlink>
        <a:srgbClr val="9B84FC"/>
      </a:folHlink>
    </a:clrScheme>
    <a:fontScheme name="HPE Graphik">
      <a:majorFont>
        <a:latin typeface="HPE Graphik Semibold"/>
        <a:ea typeface=""/>
        <a:cs typeface=""/>
      </a:majorFont>
      <a:minorFont>
        <a:latin typeface="HPE 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47625"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90170" tIns="90170" rIns="90170" bIns="90170" rtlCol="0">
        <a:noAutofit/>
      </a:bodyPr>
      <a:lstStyle>
        <a:defPPr algn="l">
          <a:defRPr dirty="0" smtClean="0">
            <a:solidFill>
              <a:schemeClr val="bg1"/>
            </a:solidFill>
          </a:defRPr>
        </a:defPPr>
      </a:lstStyle>
    </a:txDef>
  </a:objectDefaults>
  <a:extraClrSchemeLst/>
  <a:custClrLst>
    <a:custClr name="HPE Gold">
      <a:srgbClr val="DEB146"/>
    </a:custClr>
    <a:custClr name="HPE Red">
      <a:srgbClr val="C64F3A"/>
    </a:custClr>
    <a:custClr name="HPE Green">
      <a:srgbClr val="01A982"/>
    </a:custClr>
    <a:custClr name="Primary Green">
      <a:srgbClr val="05CC93"/>
    </a:custClr>
    <a:custClr name="Secondary Green">
      <a:srgbClr val="00E0AF"/>
    </a:custClr>
    <a:custClr name="Blue">
      <a:srgbClr val="0070F8"/>
    </a:custClr>
    <a:custClr name="Light Gray 1">
      <a:srgbClr val="F7F7F7"/>
    </a:custClr>
    <a:custClr name="Light Gray 2">
      <a:srgbClr val="E6E8E9"/>
    </a:custClr>
  </a:custClrLst>
  <a:extLst>
    <a:ext uri="{05A4C25C-085E-4340-85A3-A5531E510DB2}">
      <thm15:themeFamily xmlns:thm15="http://schemas.microsoft.com/office/thememl/2012/main" name="HPE-PowerPoint-Dark-Standard-R6.3.potx" id="{7E8C7894-C20B-4CCD-8CD6-2C8689EF3AC2}" vid="{FB9C9CDA-53DD-4049-A3B4-7E5F2C7A0997}"/>
    </a:ext>
  </a:extLst>
</a:theme>
</file>

<file path=ppt/theme/theme2.xml><?xml version="1.0" encoding="utf-8"?>
<a:theme xmlns:a="http://schemas.openxmlformats.org/drawingml/2006/main" name="Office Theme">
  <a:themeElements>
    <a:clrScheme name="HPE Dark">
      <a:dk1>
        <a:srgbClr val="292D3A"/>
      </a:dk1>
      <a:lt1>
        <a:sysClr val="window" lastClr="FFFFFF"/>
      </a:lt1>
      <a:dk2>
        <a:srgbClr val="B1B9BE"/>
      </a:dk2>
      <a:lt2>
        <a:srgbClr val="535C66"/>
      </a:lt2>
      <a:accent1>
        <a:srgbClr val="00E0AF"/>
      </a:accent1>
      <a:accent2>
        <a:srgbClr val="9B84FC"/>
      </a:accent2>
      <a:accent3>
        <a:srgbClr val="65AEF9"/>
      </a:accent3>
      <a:accent4>
        <a:srgbClr val="62E5F6"/>
      </a:accent4>
      <a:accent5>
        <a:srgbClr val="C98AD4"/>
      </a:accent5>
      <a:accent6>
        <a:srgbClr val="DB72B8"/>
      </a:accent6>
      <a:hlink>
        <a:srgbClr val="00E0AF"/>
      </a:hlink>
      <a:folHlink>
        <a:srgbClr val="9B84FC"/>
      </a:folHlink>
    </a:clrScheme>
    <a:fontScheme name="HPE Graphik">
      <a:majorFont>
        <a:latin typeface="HPE Graphik Semibold"/>
        <a:ea typeface=""/>
        <a:cs typeface=""/>
      </a:majorFont>
      <a:minorFont>
        <a:latin typeface="HPE 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123aae8-14e7-4a51-b197-dead1e593f5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C6F68666B2224DBD60E57DCD303CF2" ma:contentTypeVersion="19" ma:contentTypeDescription="Create a new document." ma:contentTypeScope="" ma:versionID="b6fef9c8c894dd3c81d0d490b47187ff">
  <xsd:schema xmlns:xsd="http://www.w3.org/2001/XMLSchema" xmlns:xs="http://www.w3.org/2001/XMLSchema" xmlns:p="http://schemas.microsoft.com/office/2006/metadata/properties" xmlns:ns3="115f46ad-0135-4aab-bec4-bf173c0d708b" xmlns:ns4="e123aae8-14e7-4a51-b197-dead1e593f59" targetNamespace="http://schemas.microsoft.com/office/2006/metadata/properties" ma:root="true" ma:fieldsID="eccf5ad19651815f00b8a90357c95ecc" ns3:_="" ns4:_="">
    <xsd:import namespace="115f46ad-0135-4aab-bec4-bf173c0d708b"/>
    <xsd:import namespace="e123aae8-14e7-4a51-b197-dead1e593f59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EventHashCode" minOccurs="0"/>
                <xsd:element ref="ns4:MediaServiceGenerationTime" minOccurs="0"/>
                <xsd:element ref="ns4:MediaServiceLocation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  <xsd:element ref="ns4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5f46ad-0135-4aab-bec4-bf173c0d708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23aae8-14e7-4a51-b197-dead1e593f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8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CC0593A-7F70-4F4D-8531-3B3C40A63BD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3958DC6-5C23-4AE0-B6AA-A4452D5FB2AB}">
  <ds:schemaRefs>
    <ds:schemaRef ds:uri="http://schemas.openxmlformats.org/package/2006/metadata/core-properties"/>
    <ds:schemaRef ds:uri="http://www.w3.org/XML/1998/namespace"/>
    <ds:schemaRef ds:uri="http://purl.org/dc/dcmitype/"/>
    <ds:schemaRef ds:uri="http://schemas.microsoft.com/office/infopath/2007/PartnerControls"/>
    <ds:schemaRef ds:uri="http://purl.org/dc/terms/"/>
    <ds:schemaRef ds:uri="http://schemas.microsoft.com/office/2006/metadata/properties"/>
    <ds:schemaRef ds:uri="115f46ad-0135-4aab-bec4-bf173c0d708b"/>
    <ds:schemaRef ds:uri="http://schemas.microsoft.com/office/2006/documentManagement/types"/>
    <ds:schemaRef ds:uri="e123aae8-14e7-4a51-b197-dead1e593f59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D9F54F7F-4D69-43F4-9C74-6D2292E048D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15f46ad-0135-4aab-bec4-bf173c0d708b"/>
    <ds:schemaRef ds:uri="e123aae8-14e7-4a51-b197-dead1e593f5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HPE-PowerPoint-Dark-Standard-R6.3</Template>
  <TotalTime>383</TotalTime>
  <Words>970</Words>
  <Application>Microsoft Macintosh PowerPoint</Application>
  <PresentationFormat>Widescreen</PresentationFormat>
  <Paragraphs>170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HPE Graphik</vt:lpstr>
      <vt:lpstr>Aptos</vt:lpstr>
      <vt:lpstr>Arial</vt:lpstr>
      <vt:lpstr>HPE Graphik Semibold</vt:lpstr>
      <vt:lpstr>HPE Graphik Light</vt:lpstr>
      <vt:lpstr>HPE Dark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Zudrak, Marcin;kris.gielen@hpe.com</dc:creator>
  <cp:lastModifiedBy>Miguel Wilson Cruz</cp:lastModifiedBy>
  <cp:revision>50</cp:revision>
  <dcterms:created xsi:type="dcterms:W3CDTF">2025-08-29T14:22:00Z</dcterms:created>
  <dcterms:modified xsi:type="dcterms:W3CDTF">2026-04-20T22:25:46Z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0x010100BBC6F68666B2224DBD60E57DCD303CF2</vt:lpwstr>
  </property>
</Properties>
</file>