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9" r:id="rId4"/>
  </p:sldMasterIdLst>
  <p:notesMasterIdLst>
    <p:notesMasterId r:id="rId30"/>
  </p:notesMasterIdLst>
  <p:handoutMasterIdLst>
    <p:handoutMasterId r:id="rId31"/>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9144000"/>
  <p:embeddedFontLst>
    <p:embeddedFont>
      <p:font typeface="HPE Graphik" pitchFamily="2" charset="77"/>
      <p:regular r:id="rId32"/>
      <p:bold r:id="rId33"/>
      <p:italic r:id="rId34"/>
      <p:boldItalic r:id="rId35"/>
    </p:embeddedFont>
    <p:embeddedFont>
      <p:font typeface="HPE Graphik Light" pitchFamily="2" charset="77"/>
      <p:regular r:id="rId36"/>
      <p:italic r:id="rId37"/>
    </p:embeddedFont>
    <p:embeddedFont>
      <p:font typeface="HPE Graphik Semibold" pitchFamily="2" charset="77"/>
      <p:regular r:id="rId38"/>
      <p:bold r:id="rId39"/>
      <p:italic r:id="rId40"/>
      <p:boldItalic r:id="rId41"/>
    </p:embeddedFont>
  </p:embeddedFontLst>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rategyzr Pattern Library" id="{DE06034C-E915-4B31-9DD6-C60A010955E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0725"/>
    <a:srgbClr val="292D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16" autoAdjust="0"/>
    <p:restoredTop sz="84972" autoAdjust="0"/>
  </p:normalViewPr>
  <p:slideViewPr>
    <p:cSldViewPr snapToGrid="0">
      <p:cViewPr varScale="1">
        <p:scale>
          <a:sx n="110" d="100"/>
          <a:sy n="110" d="100"/>
        </p:scale>
        <p:origin x="1376" y="4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20" d="100"/>
          <a:sy n="120" d="100"/>
        </p:scale>
        <p:origin x="1132" y="84"/>
      </p:cViewPr>
      <p:guideLst/>
    </p:cSldViewPr>
  </p:notesViewPr>
  <p:gridSpacing cx="45720" cy="4572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6.xml"/><Relationship Id="rId41"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E70EE-ABFF-7898-FF38-C1C649A57D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C85076-C132-D0C4-F7C0-50C617DBDC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a:extLst>
              <a:ext uri="{FF2B5EF4-FFF2-40B4-BE49-F238E27FC236}">
                <a16:creationId xmlns:a16="http://schemas.microsoft.com/office/drawing/2014/main" id="{CF3AD1A2-D870-8962-7D87-AA387B26B1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F4050CF-DD4A-BEFB-2AF1-F594C68CF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75F8EC-3703-4D6A-8276-E9F606B6AE4D}" type="slidenum">
              <a:rPr lang="en-US" smtClean="0"/>
              <a:t>‹#›</a:t>
            </a:fld>
            <a:endParaRPr lang="en-US"/>
          </a:p>
        </p:txBody>
      </p:sp>
    </p:spTree>
    <p:extLst>
      <p:ext uri="{BB962C8B-B14F-4D97-AF65-F5344CB8AC3E}">
        <p14:creationId xmlns:p14="http://schemas.microsoft.com/office/powerpoint/2010/main" val="220450015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4650" y="143510"/>
            <a:ext cx="6101080" cy="227330"/>
          </a:xfrm>
          <a:prstGeom prst="rect">
            <a:avLst/>
          </a:prstGeom>
        </p:spPr>
        <p:txBody>
          <a:bodyPr vert="horz" lIns="91440" tIns="45720" rIns="91440" bIns="45720" rtlCol="0"/>
          <a:lstStyle>
            <a:lvl1pPr algn="l">
              <a:defRPr sz="1050"/>
            </a:lvl1pPr>
          </a:lstStyle>
          <a:p>
            <a:endParaRPr lang="en-PL" dirty="0"/>
          </a:p>
        </p:txBody>
      </p:sp>
      <p:sp>
        <p:nvSpPr>
          <p:cNvPr id="4" name="Slide Image Placeholder 3"/>
          <p:cNvSpPr>
            <a:spLocks noGrp="1" noRot="1" noChangeAspect="1"/>
          </p:cNvSpPr>
          <p:nvPr>
            <p:ph type="sldImg" idx="2"/>
          </p:nvPr>
        </p:nvSpPr>
        <p:spPr>
          <a:xfrm>
            <a:off x="374650" y="504190"/>
            <a:ext cx="6101080" cy="3431858"/>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374650" y="4069398"/>
            <a:ext cx="6101080" cy="4440618"/>
          </a:xfrm>
          <a:prstGeom prst="rect">
            <a:avLst/>
          </a:prstGeom>
        </p:spPr>
        <p:txBody>
          <a:bodyPr vert="horz" lIns="91440" tIns="45720" rIns="91440" bIns="45720" rtlCol="0"/>
          <a:lstStyle/>
          <a:p>
            <a:pPr lvl="0"/>
            <a:r>
              <a:rPr lang="en-GB" dirty="0"/>
              <a:t>Click to </a:t>
            </a:r>
            <a:r>
              <a:rPr lang="pl-PL" dirty="0"/>
              <a:t>add text</a:t>
            </a:r>
            <a:endParaRPr lang="en-PL" dirty="0"/>
          </a:p>
        </p:txBody>
      </p:sp>
      <p:sp>
        <p:nvSpPr>
          <p:cNvPr id="6" name="Footer Placeholder 5"/>
          <p:cNvSpPr>
            <a:spLocks noGrp="1"/>
          </p:cNvSpPr>
          <p:nvPr>
            <p:ph type="ftr" sz="quarter" idx="4"/>
          </p:nvPr>
        </p:nvSpPr>
        <p:spPr>
          <a:xfrm>
            <a:off x="374650" y="8747760"/>
            <a:ext cx="4878070" cy="227330"/>
          </a:xfrm>
          <a:prstGeom prst="rect">
            <a:avLst/>
          </a:prstGeom>
        </p:spPr>
        <p:txBody>
          <a:bodyPr vert="horz" lIns="91440" tIns="45720" rIns="91440" bIns="45720" rtlCol="0" anchor="b"/>
          <a:lstStyle>
            <a:lvl1pPr algn="l">
              <a:defRPr sz="1050"/>
            </a:lvl1pPr>
          </a:lstStyle>
          <a:p>
            <a:endParaRPr lang="en-PL"/>
          </a:p>
        </p:txBody>
      </p:sp>
      <p:sp>
        <p:nvSpPr>
          <p:cNvPr id="7" name="Slide Number Placeholder 6"/>
          <p:cNvSpPr>
            <a:spLocks noGrp="1"/>
          </p:cNvSpPr>
          <p:nvPr>
            <p:ph type="sldNum" sz="quarter" idx="5"/>
          </p:nvPr>
        </p:nvSpPr>
        <p:spPr>
          <a:xfrm>
            <a:off x="5867400" y="8747760"/>
            <a:ext cx="608330" cy="227330"/>
          </a:xfrm>
          <a:prstGeom prst="rect">
            <a:avLst/>
          </a:prstGeom>
        </p:spPr>
        <p:txBody>
          <a:bodyPr vert="horz" lIns="91440" tIns="45720" rIns="91440" bIns="45720" rtlCol="0" anchor="b"/>
          <a:lstStyle>
            <a:lvl1pPr algn="r">
              <a:defRPr sz="1050"/>
            </a:lvl1pPr>
          </a:lstStyle>
          <a:p>
            <a:fld id="{20276FB5-B755-FF41-948A-F83E9AA573A8}" type="slidenum">
              <a:rPr lang="en-PL" smtClean="0"/>
              <a:pPr/>
              <a:t>‹#›</a:t>
            </a:fld>
            <a:endParaRPr lang="en-PL"/>
          </a:p>
        </p:txBody>
      </p:sp>
    </p:spTree>
    <p:extLst>
      <p:ext uri="{BB962C8B-B14F-4D97-AF65-F5344CB8AC3E}">
        <p14:creationId xmlns:p14="http://schemas.microsoft.com/office/powerpoint/2010/main" val="734060066"/>
      </p:ext>
    </p:extLst>
  </p:cSld>
  <p:clrMap bg1="lt1" tx1="dk1" bg2="lt2" tx2="dk2" accent1="accent1" accent2="accent2" accent3="accent3" accent4="accent4" accent5="accent5" accent6="accent6" hlink="hlink" folHlink="folHlink"/>
  <p:hf dt="0"/>
  <p:notesStyle>
    <a:lvl1pPr marL="0" algn="l" defTabSz="914400" rtl="0" eaLnBrk="1" latinLnBrk="0" hangingPunct="1">
      <a:lnSpc>
        <a:spcPct val="90000"/>
      </a:lnSpc>
      <a:spcAft>
        <a:spcPts val="400"/>
      </a:spcAft>
      <a:defRPr sz="1050" kern="1200">
        <a:solidFill>
          <a:schemeClr val="tx1"/>
        </a:solidFill>
        <a:latin typeface="+mn-lt"/>
        <a:ea typeface="+mn-ea"/>
        <a:cs typeface="+mn-cs"/>
      </a:defRPr>
    </a:lvl1pPr>
    <a:lvl2pPr marL="180000" indent="-180000" algn="l" defTabSz="914400" rtl="0" eaLnBrk="1" latinLnBrk="0" hangingPunct="1">
      <a:lnSpc>
        <a:spcPct val="90000"/>
      </a:lnSpc>
      <a:spcAft>
        <a:spcPts val="400"/>
      </a:spcAft>
      <a:buFont typeface="Arial" panose="020B0604020202020204" pitchFamily="34" charset="0"/>
      <a:buChar char="•"/>
      <a:defRPr sz="1000" kern="1200">
        <a:solidFill>
          <a:schemeClr val="tx1"/>
        </a:solidFill>
        <a:latin typeface="+mn-lt"/>
        <a:ea typeface="+mn-ea"/>
        <a:cs typeface="+mn-cs"/>
      </a:defRPr>
    </a:lvl2pPr>
    <a:lvl3pPr marL="360000" indent="-180000" algn="l" defTabSz="914400" rtl="0" eaLnBrk="1" latinLnBrk="0" hangingPunct="1">
      <a:lnSpc>
        <a:spcPct val="90000"/>
      </a:lnSpc>
      <a:spcAft>
        <a:spcPts val="400"/>
      </a:spcAft>
      <a:buFont typeface="HPE Graphik" pitchFamily="50" charset="0"/>
      <a:buChar char="—"/>
      <a:defRPr sz="900" kern="1200">
        <a:solidFill>
          <a:schemeClr val="tx1"/>
        </a:solidFill>
        <a:latin typeface="+mn-lt"/>
        <a:ea typeface="+mn-ea"/>
        <a:cs typeface="+mn-cs"/>
      </a:defRPr>
    </a:lvl3pPr>
    <a:lvl4pPr marL="540000" indent="-180000" algn="l" defTabSz="914400" rtl="0" eaLnBrk="1" latinLnBrk="0" hangingPunct="1">
      <a:lnSpc>
        <a:spcPct val="90000"/>
      </a:lnSpc>
      <a:spcAft>
        <a:spcPts val="400"/>
      </a:spcAft>
      <a:buFont typeface="HPE Graphik" pitchFamily="50" charset="0"/>
      <a:buChar char="—"/>
      <a:defRPr sz="900" kern="1200">
        <a:solidFill>
          <a:schemeClr val="tx1"/>
        </a:solidFill>
        <a:latin typeface="+mn-lt"/>
        <a:ea typeface="+mn-ea"/>
        <a:cs typeface="+mn-cs"/>
      </a:defRPr>
    </a:lvl4pPr>
    <a:lvl5pPr marL="720000" indent="-180000" algn="l" defTabSz="914400" rtl="0" eaLnBrk="1" latinLnBrk="0" hangingPunct="1">
      <a:lnSpc>
        <a:spcPct val="90000"/>
      </a:lnSpc>
      <a:spcAft>
        <a:spcPts val="400"/>
      </a:spcAft>
      <a:buFont typeface="Arial" panose="020B0604020202020204" pitchFamily="34" charset="0"/>
      <a:buChar char="•"/>
      <a:defRPr sz="9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6" name="Logo1">
            <a:extLst>
              <a:ext uri="{FF2B5EF4-FFF2-40B4-BE49-F238E27FC236}">
                <a16:creationId xmlns:a16="http://schemas.microsoft.com/office/drawing/2014/main" id="{34CAE70A-3A1A-111E-1FF1-F1B16C6C66D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
        <p:nvSpPr>
          <p:cNvPr id="4" name="Title 2">
            <a:extLst>
              <a:ext uri="{FF2B5EF4-FFF2-40B4-BE49-F238E27FC236}">
                <a16:creationId xmlns:a16="http://schemas.microsoft.com/office/drawing/2014/main" id="{89553B48-2348-83FC-CCB1-A277744F358F}"/>
              </a:ext>
            </a:extLst>
          </p:cNvPr>
          <p:cNvSpPr>
            <a:spLocks noGrp="1"/>
          </p:cNvSpPr>
          <p:nvPr>
            <p:ph type="ctrTitle" hasCustomPrompt="1"/>
          </p:nvPr>
        </p:nvSpPr>
        <p:spPr>
          <a:xfrm>
            <a:off x="374903" y="1813791"/>
            <a:ext cx="10012359" cy="1577109"/>
          </a:xfrm>
        </p:spPr>
        <p:txBody>
          <a:bodyPr lIns="0" tIns="46990" rIns="0" bIns="46990" anchor="b"/>
          <a:lstStyle>
            <a:lvl1pPr algn="l">
              <a:lnSpc>
                <a:spcPct val="90000"/>
              </a:lnSpc>
              <a:defRPr sz="4800">
                <a:solidFill>
                  <a:schemeClr val="bg1"/>
                </a:solidFill>
              </a:defRPr>
            </a:lvl1pPr>
          </a:lstStyle>
          <a:p>
            <a:r>
              <a:rPr lang="en-US" dirty="0"/>
              <a:t>Cover </a:t>
            </a:r>
            <a:r>
              <a:rPr lang="pl-PL" dirty="0"/>
              <a:t>1</a:t>
            </a:r>
            <a:endParaRPr lang="en-US" dirty="0"/>
          </a:p>
        </p:txBody>
      </p:sp>
      <p:sp>
        <p:nvSpPr>
          <p:cNvPr id="8" name="Subtitle 3">
            <a:extLst>
              <a:ext uri="{FF2B5EF4-FFF2-40B4-BE49-F238E27FC236}">
                <a16:creationId xmlns:a16="http://schemas.microsoft.com/office/drawing/2014/main" id="{B13ED35A-F3DD-9110-0107-62AE78A4DAAA}"/>
              </a:ext>
            </a:extLst>
          </p:cNvPr>
          <p:cNvSpPr>
            <a:spLocks noGrp="1"/>
          </p:cNvSpPr>
          <p:nvPr>
            <p:ph type="subTitle" idx="1" hasCustomPrompt="1"/>
          </p:nvPr>
        </p:nvSpPr>
        <p:spPr>
          <a:xfrm>
            <a:off x="374903" y="3424765"/>
            <a:ext cx="10012359" cy="415635"/>
          </a:xfrm>
          <a:prstGeom prst="rect">
            <a:avLst/>
          </a:prstGeom>
        </p:spPr>
        <p:txBody>
          <a:bodyPr/>
          <a:lstStyle>
            <a:lvl1pPr marL="0" indent="0" algn="l">
              <a:spcBef>
                <a:spcPts val="0"/>
              </a:spcBef>
              <a:buNone/>
              <a:defRPr sz="20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0" name="Text Placeholder 4">
            <a:extLst>
              <a:ext uri="{FF2B5EF4-FFF2-40B4-BE49-F238E27FC236}">
                <a16:creationId xmlns:a16="http://schemas.microsoft.com/office/drawing/2014/main" id="{284C0E6A-B5CC-0DCD-48CD-04F3B47F4B61}"/>
              </a:ext>
            </a:extLst>
          </p:cNvPr>
          <p:cNvSpPr>
            <a:spLocks noGrp="1"/>
          </p:cNvSpPr>
          <p:nvPr>
            <p:ph type="body" sz="quarter" idx="23" hasCustomPrompt="1"/>
          </p:nvPr>
        </p:nvSpPr>
        <p:spPr>
          <a:xfrm>
            <a:off x="374904" y="3840400"/>
            <a:ext cx="10012358"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11" name="Footer Placeholder 5">
            <a:extLst>
              <a:ext uri="{FF2B5EF4-FFF2-40B4-BE49-F238E27FC236}">
                <a16:creationId xmlns:a16="http://schemas.microsoft.com/office/drawing/2014/main" id="{564539D4-DE45-C9B6-0129-4401F3217278}"/>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HPE Internal Use Only</a:t>
            </a:r>
            <a:endParaRPr lang="en-US" dirty="0"/>
          </a:p>
        </p:txBody>
      </p:sp>
      <p:sp>
        <p:nvSpPr>
          <p:cNvPr id="12" name="Slide Number Placeholder 6">
            <a:extLst>
              <a:ext uri="{FF2B5EF4-FFF2-40B4-BE49-F238E27FC236}">
                <a16:creationId xmlns:a16="http://schemas.microsoft.com/office/drawing/2014/main" id="{CFC1136A-896A-76E1-27E3-EDB5BA69D95E}"/>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4521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Logo 1">
            <a:extLst>
              <a:ext uri="{FF2B5EF4-FFF2-40B4-BE49-F238E27FC236}">
                <a16:creationId xmlns:a16="http://schemas.microsoft.com/office/drawing/2014/main" id="{4E88EF78-F59D-C574-CB69-2E45E149005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
        <p:nvSpPr>
          <p:cNvPr id="2" name="Title 2">
            <a:extLst>
              <a:ext uri="{FF2B5EF4-FFF2-40B4-BE49-F238E27FC236}">
                <a16:creationId xmlns:a16="http://schemas.microsoft.com/office/drawing/2014/main" id="{D8F1716A-DDAD-C857-DA18-700C253594E5}"/>
              </a:ext>
            </a:extLst>
          </p:cNvPr>
          <p:cNvSpPr>
            <a:spLocks noGrp="1"/>
          </p:cNvSpPr>
          <p:nvPr>
            <p:ph type="ctrTitle" hasCustomPrompt="1"/>
          </p:nvPr>
        </p:nvSpPr>
        <p:spPr>
          <a:xfrm>
            <a:off x="374903" y="1813791"/>
            <a:ext cx="10012359" cy="1577109"/>
          </a:xfrm>
        </p:spPr>
        <p:txBody>
          <a:bodyPr lIns="0" tIns="46990" rIns="0" bIns="46990" anchor="b"/>
          <a:lstStyle>
            <a:lvl1pPr algn="l">
              <a:lnSpc>
                <a:spcPct val="90000"/>
              </a:lnSpc>
              <a:defRPr sz="4800">
                <a:solidFill>
                  <a:schemeClr val="bg1"/>
                </a:solidFill>
              </a:defRPr>
            </a:lvl1pPr>
          </a:lstStyle>
          <a:p>
            <a:r>
              <a:rPr lang="en-US" dirty="0"/>
              <a:t>Cover </a:t>
            </a:r>
            <a:r>
              <a:rPr lang="pl-PL" dirty="0"/>
              <a:t>2</a:t>
            </a:r>
            <a:endParaRPr lang="en-US" dirty="0"/>
          </a:p>
        </p:txBody>
      </p:sp>
      <p:sp>
        <p:nvSpPr>
          <p:cNvPr id="3" name="Subtitle 3">
            <a:extLst>
              <a:ext uri="{FF2B5EF4-FFF2-40B4-BE49-F238E27FC236}">
                <a16:creationId xmlns:a16="http://schemas.microsoft.com/office/drawing/2014/main" id="{9DD017E7-8219-F5E5-3540-C5F49FDCB4B1}"/>
              </a:ext>
            </a:extLst>
          </p:cNvPr>
          <p:cNvSpPr>
            <a:spLocks noGrp="1"/>
          </p:cNvSpPr>
          <p:nvPr>
            <p:ph type="subTitle" idx="1" hasCustomPrompt="1"/>
          </p:nvPr>
        </p:nvSpPr>
        <p:spPr>
          <a:xfrm>
            <a:off x="374903" y="3424765"/>
            <a:ext cx="10012359" cy="415635"/>
          </a:xfrm>
          <a:prstGeom prst="rect">
            <a:avLst/>
          </a:prstGeom>
        </p:spPr>
        <p:txBody>
          <a:bodyPr/>
          <a:lstStyle>
            <a:lvl1pPr marL="0" indent="0" algn="l">
              <a:spcBef>
                <a:spcPts val="0"/>
              </a:spcBef>
              <a:buNone/>
              <a:defRPr sz="20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0" name="Text Placeholder 4">
            <a:extLst>
              <a:ext uri="{FF2B5EF4-FFF2-40B4-BE49-F238E27FC236}">
                <a16:creationId xmlns:a16="http://schemas.microsoft.com/office/drawing/2014/main" id="{F9FACA99-300C-C0DE-F0C7-87CBFEF9FF1A}"/>
              </a:ext>
            </a:extLst>
          </p:cNvPr>
          <p:cNvSpPr>
            <a:spLocks noGrp="1"/>
          </p:cNvSpPr>
          <p:nvPr>
            <p:ph type="body" sz="quarter" idx="23" hasCustomPrompt="1"/>
          </p:nvPr>
        </p:nvSpPr>
        <p:spPr>
          <a:xfrm>
            <a:off x="374904" y="3840400"/>
            <a:ext cx="10012358"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11" name="Footer Placeholder 5">
            <a:extLst>
              <a:ext uri="{FF2B5EF4-FFF2-40B4-BE49-F238E27FC236}">
                <a16:creationId xmlns:a16="http://schemas.microsoft.com/office/drawing/2014/main" id="{F73DDC77-83F8-71BB-887B-00ACB6AAF1A1}"/>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HPE Internal Use Only</a:t>
            </a:r>
            <a:endParaRPr lang="en-US" dirty="0"/>
          </a:p>
        </p:txBody>
      </p:sp>
      <p:sp>
        <p:nvSpPr>
          <p:cNvPr id="12" name="Slide Number Placeholder 6">
            <a:extLst>
              <a:ext uri="{FF2B5EF4-FFF2-40B4-BE49-F238E27FC236}">
                <a16:creationId xmlns:a16="http://schemas.microsoft.com/office/drawing/2014/main" id="{A110E4C6-ABCD-459E-FAAA-7B959723753A}"/>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1761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Logo 1">
            <a:extLst>
              <a:ext uri="{FF2B5EF4-FFF2-40B4-BE49-F238E27FC236}">
                <a16:creationId xmlns:a16="http://schemas.microsoft.com/office/drawing/2014/main" id="{CE48E933-DCCF-ED83-DBB3-2BE222A070F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
        <p:nvSpPr>
          <p:cNvPr id="2" name="Title 2">
            <a:extLst>
              <a:ext uri="{FF2B5EF4-FFF2-40B4-BE49-F238E27FC236}">
                <a16:creationId xmlns:a16="http://schemas.microsoft.com/office/drawing/2014/main" id="{737E6E4C-C217-689D-1471-4C501F40099D}"/>
              </a:ext>
            </a:extLst>
          </p:cNvPr>
          <p:cNvSpPr>
            <a:spLocks noGrp="1"/>
          </p:cNvSpPr>
          <p:nvPr>
            <p:ph type="ctrTitle" hasCustomPrompt="1"/>
          </p:nvPr>
        </p:nvSpPr>
        <p:spPr>
          <a:xfrm>
            <a:off x="374903" y="1813791"/>
            <a:ext cx="10012359" cy="1577109"/>
          </a:xfrm>
        </p:spPr>
        <p:txBody>
          <a:bodyPr lIns="0" tIns="46990" rIns="0" bIns="46990" anchor="b"/>
          <a:lstStyle>
            <a:lvl1pPr algn="l">
              <a:lnSpc>
                <a:spcPct val="90000"/>
              </a:lnSpc>
              <a:defRPr sz="4800">
                <a:solidFill>
                  <a:schemeClr val="bg1"/>
                </a:solidFill>
              </a:defRPr>
            </a:lvl1pPr>
          </a:lstStyle>
          <a:p>
            <a:r>
              <a:rPr lang="en-US" dirty="0"/>
              <a:t>Cover </a:t>
            </a:r>
            <a:r>
              <a:rPr lang="pl-PL" dirty="0"/>
              <a:t>3</a:t>
            </a:r>
            <a:endParaRPr lang="en-US" dirty="0"/>
          </a:p>
        </p:txBody>
      </p:sp>
      <p:sp>
        <p:nvSpPr>
          <p:cNvPr id="4" name="Subtitle 3">
            <a:extLst>
              <a:ext uri="{FF2B5EF4-FFF2-40B4-BE49-F238E27FC236}">
                <a16:creationId xmlns:a16="http://schemas.microsoft.com/office/drawing/2014/main" id="{D951AAEB-FACB-BEB7-2F2F-2CAFD29C3543}"/>
              </a:ext>
            </a:extLst>
          </p:cNvPr>
          <p:cNvSpPr>
            <a:spLocks noGrp="1"/>
          </p:cNvSpPr>
          <p:nvPr>
            <p:ph type="subTitle" idx="1" hasCustomPrompt="1"/>
          </p:nvPr>
        </p:nvSpPr>
        <p:spPr>
          <a:xfrm>
            <a:off x="374903" y="3424765"/>
            <a:ext cx="10012359" cy="415635"/>
          </a:xfrm>
          <a:prstGeom prst="rect">
            <a:avLst/>
          </a:prstGeom>
        </p:spPr>
        <p:txBody>
          <a:bodyPr/>
          <a:lstStyle>
            <a:lvl1pPr marL="0" indent="0" algn="l">
              <a:spcBef>
                <a:spcPts val="0"/>
              </a:spcBef>
              <a:buNone/>
              <a:defRPr sz="20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8" name="Text Placeholder 4">
            <a:extLst>
              <a:ext uri="{FF2B5EF4-FFF2-40B4-BE49-F238E27FC236}">
                <a16:creationId xmlns:a16="http://schemas.microsoft.com/office/drawing/2014/main" id="{BF2EC4D3-B4C9-725B-520F-06C97C94C746}"/>
              </a:ext>
            </a:extLst>
          </p:cNvPr>
          <p:cNvSpPr>
            <a:spLocks noGrp="1"/>
          </p:cNvSpPr>
          <p:nvPr>
            <p:ph type="body" sz="quarter" idx="23" hasCustomPrompt="1"/>
          </p:nvPr>
        </p:nvSpPr>
        <p:spPr>
          <a:xfrm>
            <a:off x="374904" y="3840400"/>
            <a:ext cx="10012358"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11" name="Footer Placeholder 5">
            <a:extLst>
              <a:ext uri="{FF2B5EF4-FFF2-40B4-BE49-F238E27FC236}">
                <a16:creationId xmlns:a16="http://schemas.microsoft.com/office/drawing/2014/main" id="{80F46A90-5D26-14BA-0F46-514210F9D579}"/>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HPE Internal Use Only</a:t>
            </a:r>
            <a:endParaRPr lang="en-US" dirty="0"/>
          </a:p>
        </p:txBody>
      </p:sp>
      <p:sp>
        <p:nvSpPr>
          <p:cNvPr id="12" name="Slide Number Placeholder 6">
            <a:extLst>
              <a:ext uri="{FF2B5EF4-FFF2-40B4-BE49-F238E27FC236}">
                <a16:creationId xmlns:a16="http://schemas.microsoft.com/office/drawing/2014/main" id="{75A1BAA4-0575-C23B-02FA-44F8F0E44FAF}"/>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660554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with Light Picture">
    <p:bg>
      <p:bgPr>
        <a:solidFill>
          <a:schemeClr val="bg1">
            <a:lumMod val="65000"/>
          </a:schemeClr>
        </a:solidFill>
        <a:effectLst/>
      </p:bgPr>
    </p:bg>
    <p:spTree>
      <p:nvGrpSpPr>
        <p:cNvPr id="1" name=""/>
        <p:cNvGrpSpPr/>
        <p:nvPr/>
      </p:nvGrpSpPr>
      <p:grpSpPr>
        <a:xfrm>
          <a:off x="0" y="0"/>
          <a:ext cx="0" cy="0"/>
          <a:chOff x="0" y="0"/>
          <a:chExt cx="0" cy="0"/>
        </a:xfrm>
      </p:grpSpPr>
      <p:pic>
        <p:nvPicPr>
          <p:cNvPr id="3" name="Logo 1">
            <a:extLst>
              <a:ext uri="{FF2B5EF4-FFF2-40B4-BE49-F238E27FC236}">
                <a16:creationId xmlns:a16="http://schemas.microsoft.com/office/drawing/2014/main" id="{9E8EFE5D-1C0B-203B-2788-D4F44A09CA0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74907" y="384049"/>
            <a:ext cx="1024130" cy="292608"/>
          </a:xfrm>
          <a:prstGeom prst="rect">
            <a:avLst/>
          </a:prstGeom>
        </p:spPr>
      </p:pic>
      <p:pic>
        <p:nvPicPr>
          <p:cNvPr id="13" name="Picture Element 2">
            <a:extLst>
              <a:ext uri="{FF2B5EF4-FFF2-40B4-BE49-F238E27FC236}">
                <a16:creationId xmlns:a16="http://schemas.microsoft.com/office/drawing/2014/main" id="{599C7368-45FB-FA9F-C233-DCDE9E9A3751}"/>
              </a:ext>
            </a:extLst>
          </p:cNvPr>
          <p:cNvPicPr>
            <a:picLocks noChangeAspect="1"/>
          </p:cNvPicPr>
          <p:nvPr userDrawn="1"/>
        </p:nvPicPr>
        <p:blipFill>
          <a:blip r:embed="rId3"/>
          <a:srcRect/>
          <a:stretch/>
        </p:blipFill>
        <p:spPr>
          <a:xfrm>
            <a:off x="0" y="1518948"/>
            <a:ext cx="10934113" cy="5339064"/>
          </a:xfrm>
          <a:prstGeom prst="rect">
            <a:avLst/>
          </a:prstGeom>
        </p:spPr>
      </p:pic>
      <p:sp>
        <p:nvSpPr>
          <p:cNvPr id="5" name="Title 3">
            <a:extLst>
              <a:ext uri="{FF2B5EF4-FFF2-40B4-BE49-F238E27FC236}">
                <a16:creationId xmlns:a16="http://schemas.microsoft.com/office/drawing/2014/main" id="{16C4BC0C-F781-C7F3-DB13-95573E011914}"/>
              </a:ext>
            </a:extLst>
          </p:cNvPr>
          <p:cNvSpPr>
            <a:spLocks noGrp="1"/>
          </p:cNvSpPr>
          <p:nvPr>
            <p:ph type="ctrTitle" hasCustomPrompt="1"/>
          </p:nvPr>
        </p:nvSpPr>
        <p:spPr>
          <a:xfrm>
            <a:off x="374904" y="1813791"/>
            <a:ext cx="9144000" cy="1577109"/>
          </a:xfrm>
        </p:spPr>
        <p:txBody>
          <a:bodyPr lIns="0" tIns="46990" rIns="0" bIns="46990" anchor="b"/>
          <a:lstStyle>
            <a:lvl1pPr marL="0" marR="0" indent="0" algn="l" defTabSz="914400" rtl="0" eaLnBrk="1" fontAlgn="auto" latinLnBrk="0" hangingPunct="1">
              <a:lnSpc>
                <a:spcPct val="90000"/>
              </a:lnSpc>
              <a:spcBef>
                <a:spcPct val="0"/>
              </a:spcBef>
              <a:spcAft>
                <a:spcPts val="0"/>
              </a:spcAft>
              <a:buClrTx/>
              <a:buSzTx/>
              <a:buFontTx/>
              <a:buNone/>
              <a:tabLst/>
              <a:defRPr sz="4800">
                <a:solidFill>
                  <a:schemeClr val="tx1"/>
                </a:solidFill>
              </a:defRPr>
            </a:lvl1pPr>
          </a:lstStyle>
          <a:p>
            <a:r>
              <a:rPr lang="en-US" dirty="0"/>
              <a:t>Cover 4 (with </a:t>
            </a:r>
            <a:r>
              <a:rPr lang="pl-PL" dirty="0"/>
              <a:t>light </a:t>
            </a:r>
            <a:r>
              <a:rPr lang="en-US" dirty="0"/>
              <a:t>picture)</a:t>
            </a:r>
          </a:p>
        </p:txBody>
      </p:sp>
      <p:sp>
        <p:nvSpPr>
          <p:cNvPr id="6" name="Subtitle 4">
            <a:extLst>
              <a:ext uri="{FF2B5EF4-FFF2-40B4-BE49-F238E27FC236}">
                <a16:creationId xmlns:a16="http://schemas.microsoft.com/office/drawing/2014/main" id="{39A00734-6277-F5E0-8BC7-94A59936524C}"/>
              </a:ext>
            </a:extLst>
          </p:cNvPr>
          <p:cNvSpPr>
            <a:spLocks noGrp="1"/>
          </p:cNvSpPr>
          <p:nvPr>
            <p:ph type="subTitle" idx="1" hasCustomPrompt="1"/>
          </p:nvPr>
        </p:nvSpPr>
        <p:spPr>
          <a:xfrm>
            <a:off x="380972" y="3424765"/>
            <a:ext cx="9144000" cy="415635"/>
          </a:xfrm>
          <a:prstGeom prst="rect">
            <a:avLst/>
          </a:prstGeom>
        </p:spPr>
        <p:txBody>
          <a:bodyPr/>
          <a:lstStyle>
            <a:lvl1pPr marL="0" indent="0" algn="l">
              <a:spcBef>
                <a:spcPts val="0"/>
              </a:spcBef>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0" name="Text Placeholder 5">
            <a:extLst>
              <a:ext uri="{FF2B5EF4-FFF2-40B4-BE49-F238E27FC236}">
                <a16:creationId xmlns:a16="http://schemas.microsoft.com/office/drawing/2014/main" id="{F9A279D8-C5C5-617D-D9E9-3F2C91E35041}"/>
              </a:ext>
            </a:extLst>
          </p:cNvPr>
          <p:cNvSpPr>
            <a:spLocks noGrp="1"/>
          </p:cNvSpPr>
          <p:nvPr>
            <p:ph type="body" sz="quarter" idx="23" hasCustomPrompt="1"/>
          </p:nvPr>
        </p:nvSpPr>
        <p:spPr>
          <a:xfrm>
            <a:off x="374904" y="3840400"/>
            <a:ext cx="9144000" cy="338554"/>
          </a:xfrm>
          <a:prstGeom prst="rect">
            <a:avLst/>
          </a:prstGeom>
        </p:spPr>
        <p:txBody>
          <a:bodyPr>
            <a:noAutofit/>
          </a:bodyPr>
          <a:lstStyle>
            <a:lvl1pPr marL="0" indent="0">
              <a:buNone/>
              <a:defRPr sz="1600">
                <a:solidFill>
                  <a:schemeClr val="tx1"/>
                </a:solidFill>
              </a:defRPr>
            </a:lvl1pPr>
          </a:lstStyle>
          <a:p>
            <a:pPr lvl="0"/>
            <a:r>
              <a:rPr lang="en-GB" dirty="0"/>
              <a:t>Date</a:t>
            </a:r>
            <a:endParaRPr lang="en-PL" dirty="0"/>
          </a:p>
        </p:txBody>
      </p:sp>
      <p:sp>
        <p:nvSpPr>
          <p:cNvPr id="11" name="Footer Placeholder 6">
            <a:extLst>
              <a:ext uri="{FF2B5EF4-FFF2-40B4-BE49-F238E27FC236}">
                <a16:creationId xmlns:a16="http://schemas.microsoft.com/office/drawing/2014/main" id="{BAF19323-B1B6-6530-8E5F-08008DC5C117}"/>
              </a:ext>
            </a:extLst>
          </p:cNvPr>
          <p:cNvSpPr>
            <a:spLocks noGrp="1"/>
          </p:cNvSpPr>
          <p:nvPr>
            <p:ph type="ftr" sz="quarter" idx="24"/>
          </p:nvPr>
        </p:nvSpPr>
        <p:spPr>
          <a:xfrm>
            <a:off x="5071873" y="6402310"/>
            <a:ext cx="6217666" cy="190500"/>
          </a:xfrm>
        </p:spPr>
        <p:txBody>
          <a:bodyPr/>
          <a:lstStyle>
            <a:lvl1pPr>
              <a:defRPr>
                <a:solidFill>
                  <a:schemeClr val="tx1"/>
                </a:solidFill>
              </a:defRPr>
            </a:lvl1pPr>
          </a:lstStyle>
          <a:p>
            <a:pPr algn="r"/>
            <a:r>
              <a:rPr lang="en-US"/>
              <a:t>HPE Internal Use Only</a:t>
            </a:r>
            <a:endParaRPr lang="en-US" dirty="0"/>
          </a:p>
        </p:txBody>
      </p:sp>
      <p:sp>
        <p:nvSpPr>
          <p:cNvPr id="12" name="Slide Number Placeholder 7">
            <a:extLst>
              <a:ext uri="{FF2B5EF4-FFF2-40B4-BE49-F238E27FC236}">
                <a16:creationId xmlns:a16="http://schemas.microsoft.com/office/drawing/2014/main" id="{3493C0B3-BBBD-2A83-6022-6CEEC4390C34}"/>
              </a:ext>
            </a:extLst>
          </p:cNvPr>
          <p:cNvSpPr>
            <a:spLocks noGrp="1"/>
          </p:cNvSpPr>
          <p:nvPr>
            <p:ph type="sldNum" sz="quarter" idx="25"/>
          </p:nvPr>
        </p:nvSpPr>
        <p:spPr>
          <a:xfrm>
            <a:off x="11468100" y="6402310"/>
            <a:ext cx="340782" cy="190500"/>
          </a:xfrm>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16897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36">
          <p15:clr>
            <a:srgbClr val="FBAE40"/>
          </p15:clr>
        </p15:guide>
        <p15:guide id="8"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4 with Dark Picture">
    <p:bg>
      <p:bgPr>
        <a:solidFill>
          <a:schemeClr val="tx1"/>
        </a:solidFill>
        <a:effectLst/>
      </p:bgPr>
    </p:bg>
    <p:spTree>
      <p:nvGrpSpPr>
        <p:cNvPr id="1" name=""/>
        <p:cNvGrpSpPr/>
        <p:nvPr/>
      </p:nvGrpSpPr>
      <p:grpSpPr>
        <a:xfrm>
          <a:off x="0" y="0"/>
          <a:ext cx="0" cy="0"/>
          <a:chOff x="0" y="0"/>
          <a:chExt cx="0" cy="0"/>
        </a:xfrm>
      </p:grpSpPr>
      <p:pic>
        <p:nvPicPr>
          <p:cNvPr id="3" name="Logo 1">
            <a:extLst>
              <a:ext uri="{FF2B5EF4-FFF2-40B4-BE49-F238E27FC236}">
                <a16:creationId xmlns:a16="http://schemas.microsoft.com/office/drawing/2014/main" id="{90C416B6-8942-F725-5360-F866FC4DBAE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74907" y="388783"/>
            <a:ext cx="1019648" cy="291328"/>
          </a:xfrm>
          <a:prstGeom prst="rect">
            <a:avLst/>
          </a:prstGeom>
        </p:spPr>
      </p:pic>
      <p:pic>
        <p:nvPicPr>
          <p:cNvPr id="13" name="Picture Element 2">
            <a:extLst>
              <a:ext uri="{FF2B5EF4-FFF2-40B4-BE49-F238E27FC236}">
                <a16:creationId xmlns:a16="http://schemas.microsoft.com/office/drawing/2014/main" id="{599C7368-45FB-FA9F-C233-DCDE9E9A3751}"/>
              </a:ext>
            </a:extLst>
          </p:cNvPr>
          <p:cNvPicPr>
            <a:picLocks noChangeAspect="1"/>
          </p:cNvPicPr>
          <p:nvPr userDrawn="1"/>
        </p:nvPicPr>
        <p:blipFill>
          <a:blip r:embed="rId3"/>
          <a:srcRect/>
          <a:stretch/>
        </p:blipFill>
        <p:spPr>
          <a:xfrm>
            <a:off x="0" y="1518948"/>
            <a:ext cx="10934113" cy="5339064"/>
          </a:xfrm>
          <a:prstGeom prst="rect">
            <a:avLst/>
          </a:prstGeom>
        </p:spPr>
      </p:pic>
      <p:sp>
        <p:nvSpPr>
          <p:cNvPr id="6" name="Title 3">
            <a:extLst>
              <a:ext uri="{FF2B5EF4-FFF2-40B4-BE49-F238E27FC236}">
                <a16:creationId xmlns:a16="http://schemas.microsoft.com/office/drawing/2014/main" id="{FE143FAF-01B4-C3E7-95E8-FEE1DC5194D0}"/>
              </a:ext>
            </a:extLst>
          </p:cNvPr>
          <p:cNvSpPr>
            <a:spLocks noGrp="1"/>
          </p:cNvSpPr>
          <p:nvPr>
            <p:ph type="ctrTitle" hasCustomPrompt="1"/>
          </p:nvPr>
        </p:nvSpPr>
        <p:spPr>
          <a:xfrm>
            <a:off x="374904" y="1813791"/>
            <a:ext cx="9144000" cy="1577109"/>
          </a:xfrm>
        </p:spPr>
        <p:txBody>
          <a:bodyPr lIns="0" tIns="46990" rIns="0" bIns="46990" anchor="b"/>
          <a:lstStyle>
            <a:lvl1pPr marL="0" marR="0" indent="0" algn="l" defTabSz="914400" rtl="0" eaLnBrk="1" fontAlgn="auto" latinLnBrk="0" hangingPunct="1">
              <a:lnSpc>
                <a:spcPct val="90000"/>
              </a:lnSpc>
              <a:spcBef>
                <a:spcPct val="0"/>
              </a:spcBef>
              <a:spcAft>
                <a:spcPts val="0"/>
              </a:spcAft>
              <a:buClrTx/>
              <a:buSzTx/>
              <a:buFontTx/>
              <a:buNone/>
              <a:tabLst/>
              <a:defRPr sz="4800">
                <a:solidFill>
                  <a:schemeClr val="bg1"/>
                </a:solidFill>
              </a:defRPr>
            </a:lvl1pPr>
          </a:lstStyle>
          <a:p>
            <a:r>
              <a:rPr lang="en-US" dirty="0"/>
              <a:t>Cover 4 (with dark picture)</a:t>
            </a:r>
          </a:p>
        </p:txBody>
      </p:sp>
      <p:sp>
        <p:nvSpPr>
          <p:cNvPr id="10" name="Subtitle 4">
            <a:extLst>
              <a:ext uri="{FF2B5EF4-FFF2-40B4-BE49-F238E27FC236}">
                <a16:creationId xmlns:a16="http://schemas.microsoft.com/office/drawing/2014/main" id="{B225C9A1-45DB-E186-26F7-3371EA3EA3E4}"/>
              </a:ext>
            </a:extLst>
          </p:cNvPr>
          <p:cNvSpPr>
            <a:spLocks noGrp="1"/>
          </p:cNvSpPr>
          <p:nvPr>
            <p:ph type="subTitle" idx="1" hasCustomPrompt="1"/>
          </p:nvPr>
        </p:nvSpPr>
        <p:spPr>
          <a:xfrm>
            <a:off x="380972" y="3424765"/>
            <a:ext cx="9144000" cy="415635"/>
          </a:xfrm>
          <a:prstGeom prst="rect">
            <a:avLst/>
          </a:prstGeom>
        </p:spPr>
        <p:txBody>
          <a:bodyP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1" name="Text Placeholder 5">
            <a:extLst>
              <a:ext uri="{FF2B5EF4-FFF2-40B4-BE49-F238E27FC236}">
                <a16:creationId xmlns:a16="http://schemas.microsoft.com/office/drawing/2014/main" id="{4A98A871-FE7C-49C5-7AA0-C2E1DFAF42C1}"/>
              </a:ext>
            </a:extLst>
          </p:cNvPr>
          <p:cNvSpPr>
            <a:spLocks noGrp="1"/>
          </p:cNvSpPr>
          <p:nvPr>
            <p:ph type="body" sz="quarter" idx="23" hasCustomPrompt="1"/>
          </p:nvPr>
        </p:nvSpPr>
        <p:spPr>
          <a:xfrm>
            <a:off x="374904" y="3840400"/>
            <a:ext cx="9144000"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12" name="Footer Placeholder 6">
            <a:extLst>
              <a:ext uri="{FF2B5EF4-FFF2-40B4-BE49-F238E27FC236}">
                <a16:creationId xmlns:a16="http://schemas.microsoft.com/office/drawing/2014/main" id="{0CAD2074-99FC-2210-F4AE-EEF686EDF79C}"/>
              </a:ext>
            </a:extLst>
          </p:cNvPr>
          <p:cNvSpPr>
            <a:spLocks noGrp="1"/>
          </p:cNvSpPr>
          <p:nvPr>
            <p:ph type="ftr" sz="quarter" idx="24"/>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4" name="Slide Number Placeholder 7">
            <a:extLst>
              <a:ext uri="{FF2B5EF4-FFF2-40B4-BE49-F238E27FC236}">
                <a16:creationId xmlns:a16="http://schemas.microsoft.com/office/drawing/2014/main" id="{95DE8206-8766-76A0-66D7-681C7A88715F}"/>
              </a:ext>
            </a:extLst>
          </p:cNvPr>
          <p:cNvSpPr>
            <a:spLocks noGrp="1"/>
          </p:cNvSpPr>
          <p:nvPr>
            <p:ph type="sldNum" sz="quarter" idx="25"/>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9061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36">
          <p15:clr>
            <a:srgbClr val="FBAE40"/>
          </p15:clr>
        </p15:guide>
        <p15:guide id="8"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5 with Pictur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Logo 1">
            <a:extLst>
              <a:ext uri="{FF2B5EF4-FFF2-40B4-BE49-F238E27FC236}">
                <a16:creationId xmlns:a16="http://schemas.microsoft.com/office/drawing/2014/main" id="{1F77E1E3-BCF7-48C7-5B68-3DC19D3529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
        <p:nvSpPr>
          <p:cNvPr id="6" name="Title 2">
            <a:extLst>
              <a:ext uri="{FF2B5EF4-FFF2-40B4-BE49-F238E27FC236}">
                <a16:creationId xmlns:a16="http://schemas.microsoft.com/office/drawing/2014/main" id="{6FF98558-983E-3C95-6E5E-CED77231A03F}"/>
              </a:ext>
            </a:extLst>
          </p:cNvPr>
          <p:cNvSpPr>
            <a:spLocks noGrp="1"/>
          </p:cNvSpPr>
          <p:nvPr>
            <p:ph type="ctrTitle" hasCustomPrompt="1"/>
          </p:nvPr>
        </p:nvSpPr>
        <p:spPr>
          <a:xfrm>
            <a:off x="376738" y="1178790"/>
            <a:ext cx="9144000" cy="1577109"/>
          </a:xfrm>
        </p:spPr>
        <p:txBody>
          <a:bodyPr lIns="0" tIns="46990" rIns="0" bIns="46990" anchor="b"/>
          <a:lstStyle>
            <a:lvl1pPr algn="l">
              <a:lnSpc>
                <a:spcPct val="90000"/>
              </a:lnSpc>
              <a:spcBef>
                <a:spcPct val="0"/>
              </a:spcBef>
              <a:spcAft>
                <a:spcPts val="0"/>
              </a:spcAft>
              <a:defRPr sz="4800">
                <a:solidFill>
                  <a:schemeClr val="bg1"/>
                </a:solidFill>
              </a:defRPr>
            </a:lvl1pPr>
          </a:lstStyle>
          <a:p>
            <a:r>
              <a:rPr lang="en-US" dirty="0"/>
              <a:t>Cover 5 (with picture)</a:t>
            </a:r>
          </a:p>
        </p:txBody>
      </p:sp>
      <p:sp>
        <p:nvSpPr>
          <p:cNvPr id="8" name="Subtitle 3">
            <a:extLst>
              <a:ext uri="{FF2B5EF4-FFF2-40B4-BE49-F238E27FC236}">
                <a16:creationId xmlns:a16="http://schemas.microsoft.com/office/drawing/2014/main" id="{B437DD48-77F2-EB8A-0273-96AFDBCD6074}"/>
              </a:ext>
            </a:extLst>
          </p:cNvPr>
          <p:cNvSpPr>
            <a:spLocks noGrp="1"/>
          </p:cNvSpPr>
          <p:nvPr>
            <p:ph type="subTitle" idx="1" hasCustomPrompt="1"/>
          </p:nvPr>
        </p:nvSpPr>
        <p:spPr>
          <a:xfrm>
            <a:off x="9455099" y="2887955"/>
            <a:ext cx="2485505" cy="1026820"/>
          </a:xfrm>
          <a:prstGeom prst="rect">
            <a:avLst/>
          </a:prstGeom>
        </p:spPr>
        <p:txBody>
          <a:bodyPr>
            <a:noAutofit/>
          </a:bodyP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 maximum three lines</a:t>
            </a:r>
          </a:p>
        </p:txBody>
      </p:sp>
      <p:sp>
        <p:nvSpPr>
          <p:cNvPr id="10" name="Text Placeholder 4">
            <a:extLst>
              <a:ext uri="{FF2B5EF4-FFF2-40B4-BE49-F238E27FC236}">
                <a16:creationId xmlns:a16="http://schemas.microsoft.com/office/drawing/2014/main" id="{C4F33D1E-907C-7EED-2B6B-81819F276105}"/>
              </a:ext>
            </a:extLst>
          </p:cNvPr>
          <p:cNvSpPr>
            <a:spLocks noGrp="1"/>
          </p:cNvSpPr>
          <p:nvPr>
            <p:ph type="body" sz="quarter" idx="23" hasCustomPrompt="1"/>
          </p:nvPr>
        </p:nvSpPr>
        <p:spPr>
          <a:xfrm>
            <a:off x="9455098" y="3924300"/>
            <a:ext cx="2485506" cy="338554"/>
          </a:xfrm>
          <a:prstGeom prst="rect">
            <a:avLst/>
          </a:prstGeom>
        </p:spPr>
        <p:txBody>
          <a:bodyPr>
            <a:noAutofit/>
          </a:bodyPr>
          <a:lstStyle>
            <a:lvl1pPr marL="0" indent="0">
              <a:buFontTx/>
              <a:buNone/>
              <a:defRPr sz="1600">
                <a:solidFill>
                  <a:schemeClr val="bg1"/>
                </a:solidFill>
              </a:defRPr>
            </a:lvl1pPr>
          </a:lstStyle>
          <a:p>
            <a:pPr lvl="0"/>
            <a:r>
              <a:rPr lang="en-GB" dirty="0"/>
              <a:t>Date</a:t>
            </a:r>
            <a:endParaRPr lang="en-PL" dirty="0"/>
          </a:p>
        </p:txBody>
      </p:sp>
      <p:sp>
        <p:nvSpPr>
          <p:cNvPr id="11" name="Picture Placeholder 5">
            <a:extLst>
              <a:ext uri="{FF2B5EF4-FFF2-40B4-BE49-F238E27FC236}">
                <a16:creationId xmlns:a16="http://schemas.microsoft.com/office/drawing/2014/main" id="{3BD4F32D-3591-565F-ADF6-7D7D28EF243F}"/>
              </a:ext>
            </a:extLst>
          </p:cNvPr>
          <p:cNvSpPr>
            <a:spLocks noGrp="1"/>
          </p:cNvSpPr>
          <p:nvPr>
            <p:ph type="pic" sz="quarter" idx="16" hasCustomPrompt="1"/>
          </p:nvPr>
        </p:nvSpPr>
        <p:spPr>
          <a:xfrm>
            <a:off x="-1" y="2974206"/>
            <a:ext cx="9206753" cy="3883794"/>
          </a:xfrm>
          <a:prstGeom prst="rect">
            <a:avLst/>
          </a:prstGeom>
          <a:solidFill>
            <a:schemeClr val="bg1">
              <a:lumMod val="50000"/>
            </a:schemeClr>
          </a:solidFill>
        </p:spPr>
        <p:txBody>
          <a:bodyPr lIns="0" tIns="0" rIns="0" bIns="0" anchor="ctr"/>
          <a:lstStyle>
            <a:lvl1pPr algn="ctr">
              <a:defRPr sz="800">
                <a:solidFill>
                  <a:schemeClr val="bg1"/>
                </a:solidFill>
              </a:defRPr>
            </a:lvl1pPr>
          </a:lstStyle>
          <a:p>
            <a:r>
              <a:rPr lang="en-US"/>
              <a:t>Image placeholder</a:t>
            </a:r>
          </a:p>
        </p:txBody>
      </p:sp>
      <p:sp>
        <p:nvSpPr>
          <p:cNvPr id="12" name="Footer Placeholder 6">
            <a:extLst>
              <a:ext uri="{FF2B5EF4-FFF2-40B4-BE49-F238E27FC236}">
                <a16:creationId xmlns:a16="http://schemas.microsoft.com/office/drawing/2014/main" id="{209120AF-5C31-CC41-CC76-B1DD58257293}"/>
              </a:ext>
            </a:extLst>
          </p:cNvPr>
          <p:cNvSpPr>
            <a:spLocks noGrp="1"/>
          </p:cNvSpPr>
          <p:nvPr>
            <p:ph type="ftr" sz="quarter" idx="3"/>
          </p:nvPr>
        </p:nvSpPr>
        <p:spPr>
          <a:xfrm>
            <a:off x="9455097" y="6155690"/>
            <a:ext cx="1834441" cy="450628"/>
          </a:xfrm>
          <a:prstGeom prst="rect">
            <a:avLst/>
          </a:prstGeom>
        </p:spPr>
        <p:txBody>
          <a:bodyPr vert="horz" lIns="0" tIns="45720" rIns="0" bIns="45720" rtlCol="0" anchor="b"/>
          <a:lstStyle>
            <a:lvl1pPr algn="l">
              <a:defRPr sz="900" b="0" i="0">
                <a:solidFill>
                  <a:schemeClr val="bg1"/>
                </a:solidFill>
                <a:latin typeface="+mn-lt"/>
              </a:defRPr>
            </a:lvl1pPr>
          </a:lstStyle>
          <a:p>
            <a:pPr algn="r"/>
            <a:r>
              <a:rPr lang="en-US"/>
              <a:t>HPE Internal Use Only</a:t>
            </a:r>
            <a:endParaRPr lang="en-US" dirty="0"/>
          </a:p>
        </p:txBody>
      </p:sp>
      <p:sp>
        <p:nvSpPr>
          <p:cNvPr id="13" name="Slide Number Placeholder 7">
            <a:extLst>
              <a:ext uri="{FF2B5EF4-FFF2-40B4-BE49-F238E27FC236}">
                <a16:creationId xmlns:a16="http://schemas.microsoft.com/office/drawing/2014/main" id="{AC8ACCCA-268B-DA88-E3A1-75879F0ABFB4}"/>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694777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6 with Picture">
    <p:bg>
      <p:bgPr>
        <a:solidFill>
          <a:schemeClr val="bg1">
            <a:lumMod val="50000"/>
          </a:schemeClr>
        </a:solidFill>
        <a:effectLst/>
      </p:bgPr>
    </p:bg>
    <p:spTree>
      <p:nvGrpSpPr>
        <p:cNvPr id="1" name=""/>
        <p:cNvGrpSpPr/>
        <p:nvPr/>
      </p:nvGrpSpPr>
      <p:grpSpPr>
        <a:xfrm>
          <a:off x="0" y="0"/>
          <a:ext cx="0" cy="0"/>
          <a:chOff x="0" y="0"/>
          <a:chExt cx="0" cy="0"/>
        </a:xfrm>
      </p:grpSpPr>
      <p:pic>
        <p:nvPicPr>
          <p:cNvPr id="19" name="Element image 1">
            <a:extLst>
              <a:ext uri="{FF2B5EF4-FFF2-40B4-BE49-F238E27FC236}">
                <a16:creationId xmlns:a16="http://schemas.microsoft.com/office/drawing/2014/main" id="{557B342C-B686-916C-8D1E-533F53E2C21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5176186" y="0"/>
            <a:ext cx="7015814" cy="6858000"/>
          </a:xfrm>
          <a:prstGeom prst="rect">
            <a:avLst/>
          </a:prstGeom>
        </p:spPr>
      </p:pic>
      <p:sp>
        <p:nvSpPr>
          <p:cNvPr id="3" name="Background 2">
            <a:extLst>
              <a:ext uri="{FF2B5EF4-FFF2-40B4-BE49-F238E27FC236}">
                <a16:creationId xmlns:a16="http://schemas.microsoft.com/office/drawing/2014/main" id="{A7CCABD4-51B4-7166-CB47-7D48831B54E2}"/>
              </a:ext>
            </a:extLst>
          </p:cNvPr>
          <p:cNvSpPr/>
          <p:nvPr userDrawn="1"/>
        </p:nvSpPr>
        <p:spPr>
          <a:xfrm>
            <a:off x="0" y="0"/>
            <a:ext cx="5176186"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4" name="Logo 3">
            <a:extLst>
              <a:ext uri="{FF2B5EF4-FFF2-40B4-BE49-F238E27FC236}">
                <a16:creationId xmlns:a16="http://schemas.microsoft.com/office/drawing/2014/main" id="{4806648E-0A16-A63C-9A18-9BD31626132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
        <p:nvSpPr>
          <p:cNvPr id="6" name="Title 4">
            <a:extLst>
              <a:ext uri="{FF2B5EF4-FFF2-40B4-BE49-F238E27FC236}">
                <a16:creationId xmlns:a16="http://schemas.microsoft.com/office/drawing/2014/main" id="{EC5E4A18-3248-8BC1-CA0C-BBF76EC74B57}"/>
              </a:ext>
            </a:extLst>
          </p:cNvPr>
          <p:cNvSpPr>
            <a:spLocks noGrp="1"/>
          </p:cNvSpPr>
          <p:nvPr>
            <p:ph type="ctrTitle" hasCustomPrompt="1"/>
          </p:nvPr>
        </p:nvSpPr>
        <p:spPr>
          <a:xfrm>
            <a:off x="379912" y="1127322"/>
            <a:ext cx="4465637" cy="2951480"/>
          </a:xfrm>
        </p:spPr>
        <p:txBody>
          <a:bodyPr tIns="46990" rIns="0" bIns="46990" anchor="b"/>
          <a:lstStyle>
            <a:lvl1pPr algn="l">
              <a:lnSpc>
                <a:spcPct val="90000"/>
              </a:lnSpc>
              <a:defRPr sz="4800">
                <a:solidFill>
                  <a:schemeClr val="bg1"/>
                </a:solidFill>
              </a:defRPr>
            </a:lvl1pPr>
          </a:lstStyle>
          <a:p>
            <a:r>
              <a:rPr lang="en-US" dirty="0"/>
              <a:t>Cover 6 </a:t>
            </a:r>
            <a:br>
              <a:rPr lang="en-US" dirty="0"/>
            </a:br>
            <a:r>
              <a:rPr lang="en-US" dirty="0"/>
              <a:t>(with picture)</a:t>
            </a:r>
          </a:p>
        </p:txBody>
      </p:sp>
      <p:sp>
        <p:nvSpPr>
          <p:cNvPr id="7" name="Subtitle 5">
            <a:extLst>
              <a:ext uri="{FF2B5EF4-FFF2-40B4-BE49-F238E27FC236}">
                <a16:creationId xmlns:a16="http://schemas.microsoft.com/office/drawing/2014/main" id="{A6C7EF18-D503-531B-6E9B-CAF12C200BFF}"/>
              </a:ext>
            </a:extLst>
          </p:cNvPr>
          <p:cNvSpPr>
            <a:spLocks noGrp="1"/>
          </p:cNvSpPr>
          <p:nvPr>
            <p:ph type="subTitle" idx="1" hasCustomPrompt="1"/>
          </p:nvPr>
        </p:nvSpPr>
        <p:spPr>
          <a:xfrm>
            <a:off x="374650" y="4101316"/>
            <a:ext cx="4465638" cy="680234"/>
          </a:xfrm>
          <a:prstGeom prst="rect">
            <a:avLst/>
          </a:prstGeom>
        </p:spPr>
        <p:txBody>
          <a:bodyPr anchor="ct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br>
              <a:rPr lang="en-US" dirty="0"/>
            </a:br>
            <a:r>
              <a:rPr lang="en-US" dirty="0"/>
              <a:t>over 2 lines</a:t>
            </a:r>
          </a:p>
        </p:txBody>
      </p:sp>
      <p:sp>
        <p:nvSpPr>
          <p:cNvPr id="8" name="Text Placeholder 6">
            <a:extLst>
              <a:ext uri="{FF2B5EF4-FFF2-40B4-BE49-F238E27FC236}">
                <a16:creationId xmlns:a16="http://schemas.microsoft.com/office/drawing/2014/main" id="{D8443F20-9B2B-3BA2-7602-7CBA68157107}"/>
              </a:ext>
            </a:extLst>
          </p:cNvPr>
          <p:cNvSpPr>
            <a:spLocks noGrp="1"/>
          </p:cNvSpPr>
          <p:nvPr>
            <p:ph type="body" sz="quarter" idx="23" hasCustomPrompt="1"/>
          </p:nvPr>
        </p:nvSpPr>
        <p:spPr>
          <a:xfrm>
            <a:off x="374907" y="4838706"/>
            <a:ext cx="4465637"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9" name="Footer Placeholder 7">
            <a:extLst>
              <a:ext uri="{FF2B5EF4-FFF2-40B4-BE49-F238E27FC236}">
                <a16:creationId xmlns:a16="http://schemas.microsoft.com/office/drawing/2014/main" id="{53EBDA8C-BF4A-2769-977C-5BF1EA2F62B6}"/>
              </a:ext>
            </a:extLst>
          </p:cNvPr>
          <p:cNvSpPr>
            <a:spLocks noGrp="1"/>
          </p:cNvSpPr>
          <p:nvPr>
            <p:ph type="ftr" sz="quarter" idx="24"/>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0" name="Slide Number Placeholder 8">
            <a:extLst>
              <a:ext uri="{FF2B5EF4-FFF2-40B4-BE49-F238E27FC236}">
                <a16:creationId xmlns:a16="http://schemas.microsoft.com/office/drawing/2014/main" id="{362B74B4-AA86-806A-A172-0AA93416D8CD}"/>
              </a:ext>
            </a:extLst>
          </p:cNvPr>
          <p:cNvSpPr>
            <a:spLocks noGrp="1"/>
          </p:cNvSpPr>
          <p:nvPr>
            <p:ph type="sldNum" sz="quarter" idx="25"/>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967098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2242"/>
            <a:ext cx="8599487" cy="1846659"/>
          </a:xfrm>
          <a:prstGeom prst="rect">
            <a:avLst/>
          </a:prstGeom>
        </p:spPr>
        <p:txBody>
          <a:bodyPr anchor="b">
            <a:noAutofit/>
          </a:bodyPr>
          <a:lstStyle>
            <a:lvl1pPr>
              <a:lnSpc>
                <a:spcPct val="100000"/>
              </a:lnSpc>
              <a:defRPr sz="6000" b="0" i="0">
                <a:solidFill>
                  <a:schemeClr val="bg1"/>
                </a:solidFill>
                <a:latin typeface="HPE Graphik Light" pitchFamily="2" charset="77"/>
              </a:defRPr>
            </a:lvl1pPr>
          </a:lstStyle>
          <a:p>
            <a:r>
              <a:rPr lang="en-US" dirty="0"/>
              <a:t>Divider 1</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5" name="Footer Placeholder 3">
            <a:extLst>
              <a:ext uri="{FF2B5EF4-FFF2-40B4-BE49-F238E27FC236}">
                <a16:creationId xmlns:a16="http://schemas.microsoft.com/office/drawing/2014/main" id="{37F33158-1754-653B-F011-1E6EDDA861C0}"/>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HPE Internal Use Only</a:t>
            </a:r>
            <a:endParaRPr lang="en-US" dirty="0"/>
          </a:p>
        </p:txBody>
      </p:sp>
      <p:sp>
        <p:nvSpPr>
          <p:cNvPr id="6" name="Slide Number Placeholder 4">
            <a:extLst>
              <a:ext uri="{FF2B5EF4-FFF2-40B4-BE49-F238E27FC236}">
                <a16:creationId xmlns:a16="http://schemas.microsoft.com/office/drawing/2014/main" id="{07E9BAFD-B89D-1DD6-6FAB-B033012DF6C4}"/>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59857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2">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2242"/>
            <a:ext cx="8599487" cy="1846659"/>
          </a:xfrm>
          <a:prstGeom prst="rect">
            <a:avLst/>
          </a:prstGeom>
        </p:spPr>
        <p:txBody>
          <a:bodyPr anchor="b">
            <a:noAutofit/>
          </a:bodyPr>
          <a:lstStyle>
            <a:lvl1pPr>
              <a:lnSpc>
                <a:spcPct val="100000"/>
              </a:lnSpc>
              <a:defRPr sz="6000" b="0" i="0">
                <a:solidFill>
                  <a:schemeClr val="bg1"/>
                </a:solidFill>
                <a:latin typeface="HPE Graphik Light" pitchFamily="2" charset="77"/>
              </a:defRPr>
            </a:lvl1pPr>
          </a:lstStyle>
          <a:p>
            <a:r>
              <a:rPr lang="en-US" dirty="0"/>
              <a:t>Divider 2</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4" name="Footer Placeholder 3">
            <a:extLst>
              <a:ext uri="{FF2B5EF4-FFF2-40B4-BE49-F238E27FC236}">
                <a16:creationId xmlns:a16="http://schemas.microsoft.com/office/drawing/2014/main" id="{286C1509-153F-BD27-73E3-F87006A3EC56}"/>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HPE Internal Use Only</a:t>
            </a:r>
            <a:endParaRPr lang="en-US" dirty="0"/>
          </a:p>
        </p:txBody>
      </p:sp>
      <p:sp>
        <p:nvSpPr>
          <p:cNvPr id="5" name="Slide Number Placeholder 4">
            <a:extLst>
              <a:ext uri="{FF2B5EF4-FFF2-40B4-BE49-F238E27FC236}">
                <a16:creationId xmlns:a16="http://schemas.microsoft.com/office/drawing/2014/main" id="{E3318031-32A0-57F5-89E3-BD97D3EE476D}"/>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9272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2242"/>
            <a:ext cx="8599487" cy="1846659"/>
          </a:xfrm>
          <a:prstGeom prst="rect">
            <a:avLst/>
          </a:prstGeom>
        </p:spPr>
        <p:txBody>
          <a:bodyPr anchor="b">
            <a:noAutofit/>
          </a:bodyPr>
          <a:lstStyle>
            <a:lvl1pPr>
              <a:lnSpc>
                <a:spcPct val="100000"/>
              </a:lnSpc>
              <a:defRPr sz="6000" b="0" i="0">
                <a:solidFill>
                  <a:schemeClr val="bg1"/>
                </a:solidFill>
                <a:latin typeface="HPE Graphik Light" pitchFamily="2" charset="77"/>
              </a:defRPr>
            </a:lvl1pPr>
          </a:lstStyle>
          <a:p>
            <a:r>
              <a:rPr lang="en-US" dirty="0"/>
              <a:t>Divider 3</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5" name="Footer Placeholder 3">
            <a:extLst>
              <a:ext uri="{FF2B5EF4-FFF2-40B4-BE49-F238E27FC236}">
                <a16:creationId xmlns:a16="http://schemas.microsoft.com/office/drawing/2014/main" id="{723C35D8-793D-910E-958E-12734E9433D1}"/>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HPE Internal Use Only</a:t>
            </a:r>
            <a:endParaRPr lang="en-US" dirty="0"/>
          </a:p>
        </p:txBody>
      </p:sp>
      <p:sp>
        <p:nvSpPr>
          <p:cNvPr id="6" name="Slide Number Placeholder 4">
            <a:extLst>
              <a:ext uri="{FF2B5EF4-FFF2-40B4-BE49-F238E27FC236}">
                <a16:creationId xmlns:a16="http://schemas.microsoft.com/office/drawing/2014/main" id="{AB0ABB62-7FB2-A10A-FB79-640977444A09}"/>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793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4 with Picture">
    <p:bg>
      <p:bgPr>
        <a:solidFill>
          <a:schemeClr val="bg1">
            <a:lumMod val="50000"/>
          </a:schemeClr>
        </a:solidFill>
        <a:effectLst/>
      </p:bgPr>
    </p:bg>
    <p:spTree>
      <p:nvGrpSpPr>
        <p:cNvPr id="1" name=""/>
        <p:cNvGrpSpPr/>
        <p:nvPr/>
      </p:nvGrpSpPr>
      <p:grpSpPr>
        <a:xfrm>
          <a:off x="0" y="0"/>
          <a:ext cx="0" cy="0"/>
          <a:chOff x="0" y="0"/>
          <a:chExt cx="0" cy="0"/>
        </a:xfrm>
      </p:grpSpPr>
      <p:pic>
        <p:nvPicPr>
          <p:cNvPr id="11" name="Element image 1">
            <a:extLst>
              <a:ext uri="{FF2B5EF4-FFF2-40B4-BE49-F238E27FC236}">
                <a16:creationId xmlns:a16="http://schemas.microsoft.com/office/drawing/2014/main" id="{30F3CD40-7901-A0C1-5722-522BC750D7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9" name="Title 2">
            <a:extLst>
              <a:ext uri="{FF2B5EF4-FFF2-40B4-BE49-F238E27FC236}">
                <a16:creationId xmlns:a16="http://schemas.microsoft.com/office/drawing/2014/main" id="{951F0D95-92C8-F614-A840-CCF636DDBEB8}"/>
              </a:ext>
            </a:extLst>
          </p:cNvPr>
          <p:cNvSpPr>
            <a:spLocks noGrp="1"/>
          </p:cNvSpPr>
          <p:nvPr>
            <p:ph type="title" hasCustomPrompt="1"/>
          </p:nvPr>
        </p:nvSpPr>
        <p:spPr>
          <a:xfrm>
            <a:off x="374905" y="393193"/>
            <a:ext cx="11433977" cy="946080"/>
          </a:xfrm>
          <a:prstGeom prst="rect">
            <a:avLst/>
          </a:prstGeom>
        </p:spPr>
        <p:txBody>
          <a:bodyPr lIns="0" tIns="0" rIns="91440" bIns="0"/>
          <a:lstStyle>
            <a:lvl1pPr>
              <a:lnSpc>
                <a:spcPct val="100000"/>
              </a:lnSpc>
              <a:spcBef>
                <a:spcPct val="0"/>
              </a:spcBef>
              <a:spcAft>
                <a:spcPts val="0"/>
              </a:spcAft>
              <a:defRPr sz="6000" b="0">
                <a:solidFill>
                  <a:schemeClr val="bg1"/>
                </a:solidFill>
                <a:latin typeface="HPE Graphik Light" pitchFamily="50" charset="0"/>
              </a:defRPr>
            </a:lvl1pPr>
          </a:lstStyle>
          <a:p>
            <a:r>
              <a:rPr lang="en-US" dirty="0"/>
              <a:t>Divider 4 (with picture)</a:t>
            </a:r>
          </a:p>
        </p:txBody>
      </p:sp>
      <p:pic>
        <p:nvPicPr>
          <p:cNvPr id="4" name="Element 3">
            <a:extLst>
              <a:ext uri="{FF2B5EF4-FFF2-40B4-BE49-F238E27FC236}">
                <a16:creationId xmlns:a16="http://schemas.microsoft.com/office/drawing/2014/main" id="{C74EFE2C-6A22-F5CF-733E-76B818D4595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374651" y="6402311"/>
            <a:ext cx="527812" cy="150888"/>
          </a:xfrm>
          <a:prstGeom prst="rect">
            <a:avLst/>
          </a:prstGeom>
        </p:spPr>
      </p:pic>
      <p:sp>
        <p:nvSpPr>
          <p:cNvPr id="2" name="Footer Placeholder 4">
            <a:extLst>
              <a:ext uri="{FF2B5EF4-FFF2-40B4-BE49-F238E27FC236}">
                <a16:creationId xmlns:a16="http://schemas.microsoft.com/office/drawing/2014/main" id="{6D7B23CD-0964-2C4F-2645-F616DF81D059}"/>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HPE Internal Use Only</a:t>
            </a:r>
            <a:endParaRPr lang="en-US" dirty="0"/>
          </a:p>
        </p:txBody>
      </p:sp>
      <p:sp>
        <p:nvSpPr>
          <p:cNvPr id="3" name="Slide Number Placeholder 5">
            <a:extLst>
              <a:ext uri="{FF2B5EF4-FFF2-40B4-BE49-F238E27FC236}">
                <a16:creationId xmlns:a16="http://schemas.microsoft.com/office/drawing/2014/main" id="{1C3AD242-1EDC-575F-5C91-FD24DABDDFB0}"/>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113751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3D8A3-3BF7-DFC0-ECCC-AA97727DE6EC}"/>
              </a:ext>
            </a:extLst>
          </p:cNvPr>
          <p:cNvSpPr>
            <a:spLocks noGrp="1"/>
          </p:cNvSpPr>
          <p:nvPr>
            <p:ph type="title"/>
          </p:nvPr>
        </p:nvSpPr>
        <p:spPr>
          <a:xfrm>
            <a:off x="374904" y="393192"/>
            <a:ext cx="11433978" cy="413258"/>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EAAF64F-D60D-4B14-A3F5-DFAC2EA0255A}"/>
              </a:ext>
            </a:extLst>
          </p:cNvPr>
          <p:cNvSpPr>
            <a:spLocks noGrp="1"/>
          </p:cNvSpPr>
          <p:nvPr>
            <p:ph idx="1"/>
          </p:nvPr>
        </p:nvSpPr>
        <p:spPr>
          <a:xfrm>
            <a:off x="381599" y="1165860"/>
            <a:ext cx="11404800" cy="5097600"/>
          </a:xfrm>
          <a:prstGeom prst="rect">
            <a:avLst/>
          </a:prstGeom>
        </p:spPr>
        <p:txBody>
          <a:bodyPr lIns="0" tIns="45720" rIns="0" bIns="45720"/>
          <a:lstStyle>
            <a:lvl1pPr>
              <a:spcAft>
                <a:spcPts val="0"/>
              </a:spcAft>
              <a:defRPr>
                <a:solidFill>
                  <a:schemeClr val="bg1"/>
                </a:solidFill>
              </a:defRPr>
            </a:lvl1pPr>
            <a:lvl2pPr>
              <a:spcAft>
                <a:spcPts val="0"/>
              </a:spcAft>
              <a:defRPr>
                <a:solidFill>
                  <a:schemeClr val="bg1"/>
                </a:solidFill>
              </a:defRPr>
            </a:lvl2pPr>
            <a:lvl3pPr>
              <a:spcAft>
                <a:spcPts val="0"/>
              </a:spcAft>
              <a:defRPr>
                <a:solidFill>
                  <a:schemeClr val="bg1"/>
                </a:solidFill>
              </a:defRPr>
            </a:lvl3pPr>
            <a:lvl4pPr>
              <a:spcAft>
                <a:spcPts val="0"/>
              </a:spcAft>
              <a:defRPr>
                <a:solidFill>
                  <a:schemeClr val="bg1"/>
                </a:solidFill>
              </a:defRPr>
            </a:lvl4pPr>
            <a:lvl5pPr>
              <a:spcAft>
                <a:spcPts val="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3">
            <a:extLst>
              <a:ext uri="{FF2B5EF4-FFF2-40B4-BE49-F238E27FC236}">
                <a16:creationId xmlns:a16="http://schemas.microsoft.com/office/drawing/2014/main" id="{5950AEB8-B6D0-880B-EBAF-12F91065093D}"/>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8" name="Slide Number Placeholder 4">
            <a:extLst>
              <a:ext uri="{FF2B5EF4-FFF2-40B4-BE49-F238E27FC236}">
                <a16:creationId xmlns:a16="http://schemas.microsoft.com/office/drawing/2014/main" id="{2F31BB37-A24D-528B-DC57-FF835AB925DF}"/>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84657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2) and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2935C37-AF71-7BE2-5BEC-E3BED82F49BF}"/>
              </a:ext>
            </a:extLst>
          </p:cNvPr>
          <p:cNvSpPr>
            <a:spLocks noGrp="1"/>
          </p:cNvSpPr>
          <p:nvPr>
            <p:ph type="title" hasCustomPrompt="1"/>
          </p:nvPr>
        </p:nvSpPr>
        <p:spPr>
          <a:xfrm>
            <a:off x="374904" y="393192"/>
            <a:ext cx="11442628" cy="775846"/>
          </a:xfrm>
        </p:spPr>
        <p:txBody>
          <a:bodyPr lIns="0" tIns="0" rIns="0" bIns="0"/>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6" name="Content Placeholder 2">
            <a:extLst>
              <a:ext uri="{FF2B5EF4-FFF2-40B4-BE49-F238E27FC236}">
                <a16:creationId xmlns:a16="http://schemas.microsoft.com/office/drawing/2014/main" id="{AD435A4A-9CCA-4CC3-D53B-3EE4478E1D19}"/>
              </a:ext>
            </a:extLst>
          </p:cNvPr>
          <p:cNvSpPr>
            <a:spLocks noGrp="1"/>
          </p:cNvSpPr>
          <p:nvPr>
            <p:ph idx="1"/>
          </p:nvPr>
        </p:nvSpPr>
        <p:spPr>
          <a:xfrm>
            <a:off x="374904" y="1541417"/>
            <a:ext cx="11433977" cy="4730795"/>
          </a:xfrm>
          <a:prstGeom prst="rect">
            <a:avLst/>
          </a:prstGeom>
        </p:spPr>
        <p:txBody>
          <a:bodyPr lIns="0" tIns="45720" rIns="0" bIns="45720"/>
          <a:lstStyle>
            <a:lvl1pPr>
              <a:spcAft>
                <a:spcPts val="0"/>
              </a:spcAft>
              <a:defRPr>
                <a:solidFill>
                  <a:schemeClr val="bg1"/>
                </a:solidFill>
              </a:defRPr>
            </a:lvl1pPr>
            <a:lvl2pPr>
              <a:spcAft>
                <a:spcPts val="0"/>
              </a:spcAft>
              <a:defRPr>
                <a:solidFill>
                  <a:schemeClr val="bg1"/>
                </a:solidFill>
              </a:defRPr>
            </a:lvl2pPr>
            <a:lvl3pPr>
              <a:spcAft>
                <a:spcPts val="0"/>
              </a:spcAft>
              <a:defRPr>
                <a:solidFill>
                  <a:schemeClr val="bg1"/>
                </a:solidFill>
              </a:defRPr>
            </a:lvl3pPr>
            <a:lvl4pPr>
              <a:spcAft>
                <a:spcPts val="0"/>
              </a:spcAft>
              <a:defRPr>
                <a:solidFill>
                  <a:schemeClr val="bg1"/>
                </a:solidFill>
              </a:defRPr>
            </a:lvl4pPr>
            <a:lvl5pPr>
              <a:spcAft>
                <a:spcPts val="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3">
            <a:extLst>
              <a:ext uri="{FF2B5EF4-FFF2-40B4-BE49-F238E27FC236}">
                <a16:creationId xmlns:a16="http://schemas.microsoft.com/office/drawing/2014/main" id="{9F7D61A3-65D8-C0DF-2FB0-507AAE44BF31}"/>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8" name="Slide Number Placeholder 4">
            <a:extLst>
              <a:ext uri="{FF2B5EF4-FFF2-40B4-BE49-F238E27FC236}">
                <a16:creationId xmlns:a16="http://schemas.microsoft.com/office/drawing/2014/main" id="{5BD0D662-C035-51F7-D247-6A8789C97AD6}"/>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6511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FF7E108-209F-70B3-E7D8-D76F504BE3CF}"/>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4472A5B9-23DB-7A13-FBC5-E34D1B83E862}"/>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Font typeface="" panose="020B0604020202020204" pitchFamily="34" charset="0"/>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7" name="Content Placeholder 3">
            <a:extLst>
              <a:ext uri="{FF2B5EF4-FFF2-40B4-BE49-F238E27FC236}">
                <a16:creationId xmlns:a16="http://schemas.microsoft.com/office/drawing/2014/main" id="{80A5C666-310E-46C8-500E-2AAFC1E285BE}"/>
              </a:ext>
            </a:extLst>
          </p:cNvPr>
          <p:cNvSpPr>
            <a:spLocks noGrp="1"/>
          </p:cNvSpPr>
          <p:nvPr>
            <p:ph sz="quarter" idx="18"/>
          </p:nvPr>
        </p:nvSpPr>
        <p:spPr>
          <a:xfrm>
            <a:off x="374904" y="1541417"/>
            <a:ext cx="11433977" cy="4730795"/>
          </a:xfrm>
          <a:prstGeom prst="rect">
            <a:avLst/>
          </a:prstGeom>
        </p:spPr>
        <p:txBody>
          <a:bodyPr lIns="0" r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4">
            <a:extLst>
              <a:ext uri="{FF2B5EF4-FFF2-40B4-BE49-F238E27FC236}">
                <a16:creationId xmlns:a16="http://schemas.microsoft.com/office/drawing/2014/main" id="{07C9CDFF-E70D-A17E-38A8-DEFD4DAEDF05}"/>
              </a:ext>
            </a:extLst>
          </p:cNvPr>
          <p:cNvSpPr>
            <a:spLocks noGrp="1"/>
          </p:cNvSpPr>
          <p:nvPr>
            <p:ph type="sldNum" sz="quarter" idx="20"/>
          </p:nvPr>
        </p:nvSpPr>
        <p:spPr>
          <a:xfrm>
            <a:off x="11468100" y="6402310"/>
            <a:ext cx="340782" cy="190500"/>
          </a:xfrm>
        </p:spPr>
        <p:txBody>
          <a:bodyPr/>
          <a:lstStyle>
            <a:lvl1pPr>
              <a:defRPr>
                <a:solidFill>
                  <a:schemeClr val="bg1"/>
                </a:solidFill>
              </a:defRPr>
            </a:lvl1pPr>
          </a:lstStyle>
          <a:p>
            <a:pPr defTabSz="1088421"/>
            <a:fld id="{104FC826-72BB-4AF1-BA01-A94F7396A7DC}" type="slidenum">
              <a:rPr lang="en-US" smtClean="0"/>
              <a:pPr defTabSz="1088421"/>
              <a:t>‹#›</a:t>
            </a:fld>
            <a:endParaRPr lang="en-US" dirty="0"/>
          </a:p>
        </p:txBody>
      </p:sp>
      <p:sp>
        <p:nvSpPr>
          <p:cNvPr id="10" name="Footer Placeholder 5">
            <a:extLst>
              <a:ext uri="{FF2B5EF4-FFF2-40B4-BE49-F238E27FC236}">
                <a16:creationId xmlns:a16="http://schemas.microsoft.com/office/drawing/2014/main" id="{4DEDDA9A-0C7E-8321-C3F7-80E4CBBC446F}"/>
              </a:ext>
            </a:extLst>
          </p:cNvPr>
          <p:cNvSpPr>
            <a:spLocks noGrp="1"/>
          </p:cNvSpPr>
          <p:nvPr>
            <p:ph type="ftr" sz="quarter" idx="19"/>
          </p:nvPr>
        </p:nvSpPr>
        <p:spPr>
          <a:xfrm>
            <a:off x="5071873" y="6402310"/>
            <a:ext cx="6217666" cy="190500"/>
          </a:xfrm>
        </p:spPr>
        <p:txBody>
          <a:bodyPr/>
          <a:lstStyle>
            <a:lvl1pPr algn="r">
              <a:defRPr>
                <a:solidFill>
                  <a:schemeClr val="bg1"/>
                </a:solidFill>
              </a:defRPr>
            </a:lvl1pPr>
          </a:lstStyle>
          <a:p>
            <a:r>
              <a:rPr lang="en-US"/>
              <a:t>HPE Internal Use Only</a:t>
            </a:r>
            <a:endParaRPr lang="en-US" dirty="0"/>
          </a:p>
        </p:txBody>
      </p:sp>
    </p:spTree>
    <p:extLst>
      <p:ext uri="{BB962C8B-B14F-4D97-AF65-F5344CB8AC3E}">
        <p14:creationId xmlns:p14="http://schemas.microsoft.com/office/powerpoint/2010/main" val="1498586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2), Sub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475E6F1-C282-C1C2-EBB4-A5431A8E8BAF}"/>
              </a:ext>
            </a:extLst>
          </p:cNvPr>
          <p:cNvSpPr>
            <a:spLocks noGrp="1"/>
          </p:cNvSpPr>
          <p:nvPr>
            <p:ph type="title" hasCustomPrompt="1"/>
          </p:nvPr>
        </p:nvSpPr>
        <p:spPr>
          <a:xfrm>
            <a:off x="374904" y="393192"/>
            <a:ext cx="11442628" cy="775846"/>
          </a:xfrm>
        </p:spPr>
        <p:txBody>
          <a:bodyPr bIns="0" anchor="t"/>
          <a:lstStyle>
            <a:lvl1pPr>
              <a:defRPr b="0">
                <a:solidFill>
                  <a:schemeClr val="bg1"/>
                </a:solidFill>
              </a:defRPr>
            </a:lvl1pPr>
          </a:lstStyle>
          <a:p>
            <a:r>
              <a:rPr lang="en-US" dirty="0"/>
              <a:t>Click to add</a:t>
            </a:r>
            <a:br>
              <a:rPr lang="en-US" dirty="0"/>
            </a:br>
            <a:r>
              <a:rPr lang="en-US" dirty="0"/>
              <a:t>two-line title</a:t>
            </a:r>
          </a:p>
        </p:txBody>
      </p:sp>
      <p:sp>
        <p:nvSpPr>
          <p:cNvPr id="8" name="Subtitle 2">
            <a:extLst>
              <a:ext uri="{FF2B5EF4-FFF2-40B4-BE49-F238E27FC236}">
                <a16:creationId xmlns:a16="http://schemas.microsoft.com/office/drawing/2014/main" id="{3F086EDE-A866-E062-D4BE-86DAA615FD3F}"/>
              </a:ext>
            </a:extLst>
          </p:cNvPr>
          <p:cNvSpPr>
            <a:spLocks noGrp="1"/>
          </p:cNvSpPr>
          <p:nvPr>
            <p:ph type="body" sz="quarter" idx="13" hasCustomPrompt="1"/>
          </p:nvPr>
        </p:nvSpPr>
        <p:spPr>
          <a:xfrm>
            <a:off x="374904" y="1216152"/>
            <a:ext cx="11433978" cy="369486"/>
          </a:xfrm>
          <a:prstGeom prst="rect">
            <a:avLst/>
          </a:prstGeom>
        </p:spPr>
        <p:txBody>
          <a:bodyPr tIns="0"/>
          <a:lstStyle>
            <a:lvl1pPr>
              <a:defRPr sz="2000">
                <a:solidFill>
                  <a:schemeClr val="bg1"/>
                </a:solidFill>
                <a:latin typeface="+mn-lt"/>
              </a:defRPr>
            </a:lvl1pPr>
          </a:lstStyle>
          <a:p>
            <a:pPr marL="182880" lvl="0" indent="-182880">
              <a:spcBef>
                <a:spcPts val="0"/>
              </a:spcBef>
            </a:pPr>
            <a:r>
              <a:rPr lang="en-US" dirty="0"/>
              <a:t>Click to add one-line subtitle</a:t>
            </a:r>
          </a:p>
        </p:txBody>
      </p:sp>
      <p:sp>
        <p:nvSpPr>
          <p:cNvPr id="9" name="Content Placeholder 3">
            <a:extLst>
              <a:ext uri="{FF2B5EF4-FFF2-40B4-BE49-F238E27FC236}">
                <a16:creationId xmlns:a16="http://schemas.microsoft.com/office/drawing/2014/main" id="{A4152473-96B6-1F7B-9B50-78C3EE429998}"/>
              </a:ext>
            </a:extLst>
          </p:cNvPr>
          <p:cNvSpPr>
            <a:spLocks noGrp="1"/>
          </p:cNvSpPr>
          <p:nvPr>
            <p:ph sz="quarter" idx="19"/>
          </p:nvPr>
        </p:nvSpPr>
        <p:spPr>
          <a:xfrm>
            <a:off x="374904" y="1920874"/>
            <a:ext cx="11433977" cy="4358006"/>
          </a:xfrm>
          <a:prstGeom prst="rect">
            <a:avLst/>
          </a:prstGeom>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16CB20E5-4E19-87B5-0131-9FF63A8F55FD}"/>
              </a:ext>
            </a:extLst>
          </p:cNvPr>
          <p:cNvSpPr>
            <a:spLocks noGrp="1"/>
          </p:cNvSpPr>
          <p:nvPr>
            <p:ph type="ftr" sz="quarter" idx="14"/>
          </p:nvPr>
        </p:nvSpPr>
        <p:spPr>
          <a:xfrm>
            <a:off x="5071873" y="6402310"/>
            <a:ext cx="6217666" cy="190500"/>
          </a:xfrm>
        </p:spPr>
        <p:txBody>
          <a:bodyPr/>
          <a:lstStyle>
            <a:lvl1pPr>
              <a:defRPr>
                <a:solidFill>
                  <a:schemeClr val="bg1"/>
                </a:solidFill>
                <a:latin typeface="+mn-lt"/>
              </a:defRPr>
            </a:lvl1pPr>
          </a:lstStyle>
          <a:p>
            <a:pPr algn="r"/>
            <a:r>
              <a:rPr lang="en-US"/>
              <a:t>HPE Internal Use Only</a:t>
            </a:r>
            <a:endParaRPr lang="en-US" dirty="0"/>
          </a:p>
        </p:txBody>
      </p:sp>
      <p:sp>
        <p:nvSpPr>
          <p:cNvPr id="11" name="Slide Number Placeholder 5">
            <a:extLst>
              <a:ext uri="{FF2B5EF4-FFF2-40B4-BE49-F238E27FC236}">
                <a16:creationId xmlns:a16="http://schemas.microsoft.com/office/drawing/2014/main" id="{32436E1E-F08D-AB3F-3384-3CA378D1A8E4}"/>
              </a:ext>
            </a:extLst>
          </p:cNvPr>
          <p:cNvSpPr>
            <a:spLocks noGrp="1"/>
          </p:cNvSpPr>
          <p:nvPr>
            <p:ph type="sldNum" sz="quarter" idx="15"/>
          </p:nvPr>
        </p:nvSpPr>
        <p:spPr>
          <a:xfrm>
            <a:off x="11468100" y="6402310"/>
            <a:ext cx="340782" cy="190500"/>
          </a:xfrm>
        </p:spPr>
        <p:txBody>
          <a:bodyPr/>
          <a:lstStyle>
            <a:lvl1pPr>
              <a:defRPr>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0840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Heading and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F54CD9-6BFF-35F6-E97D-DEFC5AF0BACF}"/>
              </a:ext>
            </a:extLst>
          </p:cNvPr>
          <p:cNvSpPr>
            <a:spLocks noGrp="1"/>
          </p:cNvSpPr>
          <p:nvPr>
            <p:ph type="title"/>
          </p:nvPr>
        </p:nvSpPr>
        <p:spPr>
          <a:xfrm>
            <a:off x="374904" y="393192"/>
            <a:ext cx="11433978" cy="415498"/>
          </a:xfrm>
          <a:ln w="12700" cap="flat" cmpd="sng" algn="ctr">
            <a:noFill/>
            <a:prstDash val="solid"/>
            <a:miter lim="800000"/>
            <a:headEnd type="none" w="med" len="med"/>
            <a:tailEnd type="none" w="med" len="med"/>
          </a:ln>
        </p:spPr>
        <p:txBody>
          <a:bodyPr lIns="0" tIns="0" rIns="91440" bIns="0"/>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CB7C3BF4-E1B9-BDCE-63CB-6B5AD9706A07}"/>
              </a:ext>
            </a:extLst>
          </p:cNvPr>
          <p:cNvSpPr>
            <a:spLocks noGrp="1"/>
          </p:cNvSpPr>
          <p:nvPr>
            <p:ph type="body" sz="quarter" idx="13" hasCustomPrompt="1"/>
          </p:nvPr>
        </p:nvSpPr>
        <p:spPr>
          <a:xfrm>
            <a:off x="374904" y="854202"/>
            <a:ext cx="11433978" cy="369486"/>
          </a:xfrm>
          <a:prstGeom prst="rect">
            <a:avLst/>
          </a:prstGeom>
        </p:spPr>
        <p:txBody>
          <a:bodyPr lIns="0" tIns="0" rIns="91440" bIns="45720" anchor="ctr">
            <a:noAutofit/>
          </a:bodyPr>
          <a:lstStyle>
            <a:lvl1pPr marL="0" indent="0">
              <a:lnSpc>
                <a:spcPct val="100000"/>
              </a:lnSpc>
              <a:spcBef>
                <a:spcPts val="1000"/>
              </a:spcBef>
              <a:spcAft>
                <a:spcPts val="0"/>
              </a:spcAft>
              <a:buFont typeface="" panose="020B0604020202020204" pitchFamily="34" charset="0"/>
              <a:buNone/>
              <a:defRPr sz="20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subtitle</a:t>
            </a:r>
          </a:p>
        </p:txBody>
      </p:sp>
      <p:sp>
        <p:nvSpPr>
          <p:cNvPr id="7" name="Heading 3">
            <a:extLst>
              <a:ext uri="{FF2B5EF4-FFF2-40B4-BE49-F238E27FC236}">
                <a16:creationId xmlns:a16="http://schemas.microsoft.com/office/drawing/2014/main" id="{4BA72174-239F-C150-1E08-D66E59ACF7C1}"/>
              </a:ext>
            </a:extLst>
          </p:cNvPr>
          <p:cNvSpPr>
            <a:spLocks noGrp="1"/>
          </p:cNvSpPr>
          <p:nvPr>
            <p:ph type="body" sz="quarter" idx="18" hasCustomPrompt="1"/>
          </p:nvPr>
        </p:nvSpPr>
        <p:spPr>
          <a:xfrm>
            <a:off x="374902" y="1526183"/>
            <a:ext cx="11433977" cy="369486"/>
          </a:xfrm>
          <a:prstGeom prst="rect">
            <a:avLst/>
          </a:prstGeom>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mj-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8" name="Content Placeholder 4">
            <a:extLst>
              <a:ext uri="{FF2B5EF4-FFF2-40B4-BE49-F238E27FC236}">
                <a16:creationId xmlns:a16="http://schemas.microsoft.com/office/drawing/2014/main" id="{D88B589A-E4D8-1E35-C89B-8EF5E73A8731}"/>
              </a:ext>
            </a:extLst>
          </p:cNvPr>
          <p:cNvSpPr>
            <a:spLocks noGrp="1"/>
          </p:cNvSpPr>
          <p:nvPr>
            <p:ph sz="quarter" idx="19"/>
          </p:nvPr>
        </p:nvSpPr>
        <p:spPr>
          <a:xfrm>
            <a:off x="374904" y="1920874"/>
            <a:ext cx="11433977" cy="4358006"/>
          </a:xfrm>
          <a:prstGeom prst="rect">
            <a:avLst/>
          </a:prstGeom>
        </p:spPr>
        <p:txBody>
          <a:bodyPr lIns="0" r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5">
            <a:extLst>
              <a:ext uri="{FF2B5EF4-FFF2-40B4-BE49-F238E27FC236}">
                <a16:creationId xmlns:a16="http://schemas.microsoft.com/office/drawing/2014/main" id="{DCB483ED-1631-70C5-1C16-FFFB61DF7DCB}"/>
              </a:ext>
            </a:extLst>
          </p:cNvPr>
          <p:cNvSpPr>
            <a:spLocks noGrp="1"/>
          </p:cNvSpPr>
          <p:nvPr>
            <p:ph type="ftr" sz="quarter" idx="20"/>
          </p:nvPr>
        </p:nvSpPr>
        <p:spPr>
          <a:xfrm>
            <a:off x="5071873" y="6402310"/>
            <a:ext cx="6217666" cy="190500"/>
          </a:xfrm>
        </p:spPr>
        <p:txBody>
          <a:bodyPr/>
          <a:lstStyle>
            <a:lvl1pPr algn="r">
              <a:defRPr>
                <a:solidFill>
                  <a:schemeClr val="bg1"/>
                </a:solidFill>
              </a:defRPr>
            </a:lvl1pPr>
          </a:lstStyle>
          <a:p>
            <a:r>
              <a:rPr lang="en-US"/>
              <a:t>HPE Internal Use Only</a:t>
            </a:r>
            <a:endParaRPr lang="en-US" dirty="0"/>
          </a:p>
        </p:txBody>
      </p:sp>
      <p:sp>
        <p:nvSpPr>
          <p:cNvPr id="10" name="Slide Number Placeholder 6">
            <a:extLst>
              <a:ext uri="{FF2B5EF4-FFF2-40B4-BE49-F238E27FC236}">
                <a16:creationId xmlns:a16="http://schemas.microsoft.com/office/drawing/2014/main" id="{98DA90C3-1C74-1328-373C-29FE52ABDE32}"/>
              </a:ext>
            </a:extLst>
          </p:cNvPr>
          <p:cNvSpPr>
            <a:spLocks noGrp="1"/>
          </p:cNvSpPr>
          <p:nvPr>
            <p:ph type="sldNum" sz="quarter" idx="21"/>
          </p:nvPr>
        </p:nvSpPr>
        <p:spPr>
          <a:xfrm>
            <a:off x="11468100" y="6402310"/>
            <a:ext cx="340782" cy="190500"/>
          </a:xfrm>
        </p:spPr>
        <p:txBody>
          <a:bodyPr/>
          <a:lstStyle>
            <a:lvl1pPr>
              <a:defRPr>
                <a:solidFill>
                  <a:schemeClr val="bg1"/>
                </a:solidFill>
              </a:defRPr>
            </a:lvl1pPr>
          </a:lstStyle>
          <a:p>
            <a:pPr defTabSz="1088421"/>
            <a:fld id="{104FC826-72BB-4AF1-BA01-A94F7396A7DC}" type="slidenum">
              <a:rPr lang="en-US" smtClean="0"/>
              <a:pPr defTabSz="1088421"/>
              <a:t>‹#›</a:t>
            </a:fld>
            <a:endParaRPr lang="en-US" dirty="0"/>
          </a:p>
        </p:txBody>
      </p:sp>
    </p:spTree>
    <p:extLst>
      <p:ext uri="{BB962C8B-B14F-4D97-AF65-F5344CB8AC3E}">
        <p14:creationId xmlns:p14="http://schemas.microsoft.com/office/powerpoint/2010/main" val="2251658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9B10F-BEDA-0D49-8CED-5116EA1D2AB4}"/>
              </a:ext>
            </a:extLst>
          </p:cNvPr>
          <p:cNvSpPr>
            <a:spLocks noGrp="1"/>
          </p:cNvSpPr>
          <p:nvPr>
            <p:ph type="title"/>
          </p:nvPr>
        </p:nvSpPr>
        <p:spPr>
          <a:xfrm>
            <a:off x="374904" y="393192"/>
            <a:ext cx="11433978" cy="413258"/>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499031B-3F08-25DA-EA24-92532131C2AB}"/>
              </a:ext>
            </a:extLst>
          </p:cNvPr>
          <p:cNvSpPr>
            <a:spLocks noGrp="1"/>
          </p:cNvSpPr>
          <p:nvPr>
            <p:ph sz="quarter" idx="17"/>
          </p:nvPr>
        </p:nvSpPr>
        <p:spPr>
          <a:xfrm>
            <a:off x="385100" y="1165860"/>
            <a:ext cx="5523992" cy="510063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B939A270-CC2A-39E1-246E-60687F6D58E5}"/>
              </a:ext>
            </a:extLst>
          </p:cNvPr>
          <p:cNvSpPr>
            <a:spLocks noGrp="1"/>
          </p:cNvSpPr>
          <p:nvPr>
            <p:ph sz="quarter" idx="18"/>
          </p:nvPr>
        </p:nvSpPr>
        <p:spPr>
          <a:xfrm>
            <a:off x="6260021" y="1165860"/>
            <a:ext cx="5523992" cy="510063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4">
            <a:extLst>
              <a:ext uri="{FF2B5EF4-FFF2-40B4-BE49-F238E27FC236}">
                <a16:creationId xmlns:a16="http://schemas.microsoft.com/office/drawing/2014/main" id="{FF0A4D26-AD03-3399-1FE3-A8A146C5B85D}"/>
              </a:ext>
            </a:extLst>
          </p:cNvPr>
          <p:cNvSpPr>
            <a:spLocks noGrp="1"/>
          </p:cNvSpPr>
          <p:nvPr>
            <p:ph type="ftr" sz="quarter" idx="19"/>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9" name="Slide Number Placeholder 5">
            <a:extLst>
              <a:ext uri="{FF2B5EF4-FFF2-40B4-BE49-F238E27FC236}">
                <a16:creationId xmlns:a16="http://schemas.microsoft.com/office/drawing/2014/main" id="{F7158AC6-7F23-86B0-7BB6-FC06E64CA387}"/>
              </a:ext>
            </a:extLst>
          </p:cNvPr>
          <p:cNvSpPr>
            <a:spLocks noGrp="1"/>
          </p:cNvSpPr>
          <p:nvPr>
            <p:ph type="sldNum" sz="quarter" idx="20"/>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43482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2)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F8A7D-F28D-CB48-08CF-EF9E06AB6D8F}"/>
              </a:ext>
            </a:extLst>
          </p:cNvPr>
          <p:cNvSpPr>
            <a:spLocks noGrp="1"/>
          </p:cNvSpPr>
          <p:nvPr>
            <p:ph type="title" hasCustomPrompt="1"/>
          </p:nvPr>
        </p:nvSpPr>
        <p:spPr>
          <a:xfrm>
            <a:off x="374904" y="393192"/>
            <a:ext cx="11442628" cy="775846"/>
          </a:xfrm>
        </p:spPr>
        <p:txBody>
          <a:bodyPr lIns="0" tIns="0" rIns="91440" bIns="0"/>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3" name="Content Placeholder 2">
            <a:extLst>
              <a:ext uri="{FF2B5EF4-FFF2-40B4-BE49-F238E27FC236}">
                <a16:creationId xmlns:a16="http://schemas.microsoft.com/office/drawing/2014/main" id="{D4F77A8F-A993-B6FD-8E82-39696FAB0304}"/>
              </a:ext>
            </a:extLst>
          </p:cNvPr>
          <p:cNvSpPr>
            <a:spLocks noGrp="1"/>
          </p:cNvSpPr>
          <p:nvPr>
            <p:ph sz="quarter" idx="22"/>
          </p:nvPr>
        </p:nvSpPr>
        <p:spPr>
          <a:xfrm>
            <a:off x="374904" y="1541418"/>
            <a:ext cx="5523992" cy="4729842"/>
          </a:xfrm>
          <a:prstGeom prst="rect">
            <a:avLst/>
          </a:prstGeom>
          <a:ln>
            <a:noFill/>
            <a:miter lim="800000"/>
          </a:ln>
        </p:spPr>
        <p:txBody>
          <a:bodyPr lIns="0" tIns="45720" rIns="9144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B3915F-D068-ED0F-F80D-B135A7EB24BB}"/>
              </a:ext>
            </a:extLst>
          </p:cNvPr>
          <p:cNvSpPr>
            <a:spLocks noGrp="1"/>
          </p:cNvSpPr>
          <p:nvPr>
            <p:ph sz="quarter" idx="25"/>
          </p:nvPr>
        </p:nvSpPr>
        <p:spPr>
          <a:xfrm>
            <a:off x="6260021" y="1541417"/>
            <a:ext cx="5523992" cy="4729841"/>
          </a:xfrm>
          <a:prstGeom prst="rect">
            <a:avLst/>
          </a:prstGeo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4">
            <a:extLst>
              <a:ext uri="{FF2B5EF4-FFF2-40B4-BE49-F238E27FC236}">
                <a16:creationId xmlns:a16="http://schemas.microsoft.com/office/drawing/2014/main" id="{B12104E3-02A2-539E-BB5E-EF8C0C5ACAA0}"/>
              </a:ext>
            </a:extLst>
          </p:cNvPr>
          <p:cNvSpPr>
            <a:spLocks noGrp="1"/>
          </p:cNvSpPr>
          <p:nvPr>
            <p:ph type="ftr" sz="quarter" idx="26"/>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9" name="Slide Number Placeholder 5">
            <a:extLst>
              <a:ext uri="{FF2B5EF4-FFF2-40B4-BE49-F238E27FC236}">
                <a16:creationId xmlns:a16="http://schemas.microsoft.com/office/drawing/2014/main" id="{30B61EE7-260F-B198-DA98-1C99F3695493}"/>
              </a:ext>
            </a:extLst>
          </p:cNvPr>
          <p:cNvSpPr>
            <a:spLocks noGrp="1"/>
          </p:cNvSpPr>
          <p:nvPr>
            <p:ph type="sldNum" sz="quarter" idx="27"/>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54413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86BB0-0CD0-00A5-60AB-5EE89FCF8872}"/>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761EE43-A7D2-6267-497A-B98E03D2B6C8}"/>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4" name="Content Placeholder 3">
            <a:extLst>
              <a:ext uri="{FF2B5EF4-FFF2-40B4-BE49-F238E27FC236}">
                <a16:creationId xmlns:a16="http://schemas.microsoft.com/office/drawing/2014/main" id="{69519F3E-0FEF-E8E9-B849-A44922022BAC}"/>
              </a:ext>
            </a:extLst>
          </p:cNvPr>
          <p:cNvSpPr>
            <a:spLocks noGrp="1"/>
          </p:cNvSpPr>
          <p:nvPr>
            <p:ph sz="quarter" idx="22"/>
          </p:nvPr>
        </p:nvSpPr>
        <p:spPr>
          <a:xfrm>
            <a:off x="374904" y="1541418"/>
            <a:ext cx="5523992" cy="4737462"/>
          </a:xfrm>
          <a:prstGeom prst="rect">
            <a:avLst/>
          </a:prstGeom>
          <a:ln>
            <a:noFill/>
            <a:miter lim="800000"/>
          </a:ln>
        </p:spPr>
        <p:txBody>
          <a:bodyPr lIns="0" tIns="45720" rIns="91440" bIns="4572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4">
            <a:extLst>
              <a:ext uri="{FF2B5EF4-FFF2-40B4-BE49-F238E27FC236}">
                <a16:creationId xmlns:a16="http://schemas.microsoft.com/office/drawing/2014/main" id="{8A3BEFE0-03F2-21C9-5B78-9E4580E28286}"/>
              </a:ext>
            </a:extLst>
          </p:cNvPr>
          <p:cNvSpPr>
            <a:spLocks noGrp="1"/>
          </p:cNvSpPr>
          <p:nvPr>
            <p:ph sz="quarter" idx="25"/>
          </p:nvPr>
        </p:nvSpPr>
        <p:spPr>
          <a:xfrm>
            <a:off x="6260021" y="1541418"/>
            <a:ext cx="5523992" cy="4737462"/>
          </a:xfrm>
          <a:prstGeom prst="rect">
            <a:avLst/>
          </a:prstGeo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5">
            <a:extLst>
              <a:ext uri="{FF2B5EF4-FFF2-40B4-BE49-F238E27FC236}">
                <a16:creationId xmlns:a16="http://schemas.microsoft.com/office/drawing/2014/main" id="{ED37E6C5-C786-66D0-4E00-7378A40B810E}"/>
              </a:ext>
            </a:extLst>
          </p:cNvPr>
          <p:cNvSpPr>
            <a:spLocks noGrp="1"/>
          </p:cNvSpPr>
          <p:nvPr>
            <p:ph type="ftr" sz="quarter" idx="26"/>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0" name="Slide Number Placeholder 6">
            <a:extLst>
              <a:ext uri="{FF2B5EF4-FFF2-40B4-BE49-F238E27FC236}">
                <a16:creationId xmlns:a16="http://schemas.microsoft.com/office/drawing/2014/main" id="{2B98AD95-1279-AD1A-AD80-179021CAA17D}"/>
              </a:ext>
            </a:extLst>
          </p:cNvPr>
          <p:cNvSpPr>
            <a:spLocks noGrp="1"/>
          </p:cNvSpPr>
          <p:nvPr>
            <p:ph type="sldNum" sz="quarter" idx="27"/>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5709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2), Sub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A88CC-1010-4E30-9F80-DC4BB451D85E}"/>
              </a:ext>
            </a:extLst>
          </p:cNvPr>
          <p:cNvSpPr>
            <a:spLocks noGrp="1"/>
          </p:cNvSpPr>
          <p:nvPr>
            <p:ph type="title" hasCustomPrompt="1"/>
          </p:nvPr>
        </p:nvSpPr>
        <p:spPr>
          <a:xfrm>
            <a:off x="374904" y="393192"/>
            <a:ext cx="11442628" cy="775846"/>
          </a:xfrm>
        </p:spPr>
        <p:txBody>
          <a:bodyPr lIns="0" tIns="0" rIns="91440" bIns="0"/>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3" name="Subtitle 2">
            <a:extLst>
              <a:ext uri="{FF2B5EF4-FFF2-40B4-BE49-F238E27FC236}">
                <a16:creationId xmlns:a16="http://schemas.microsoft.com/office/drawing/2014/main" id="{9829328E-7B39-E002-AF34-9200E5E3CA7A}"/>
              </a:ext>
            </a:extLst>
          </p:cNvPr>
          <p:cNvSpPr>
            <a:spLocks noGrp="1"/>
          </p:cNvSpPr>
          <p:nvPr>
            <p:ph type="body" sz="quarter" idx="13" hasCustomPrompt="1"/>
          </p:nvPr>
        </p:nvSpPr>
        <p:spPr>
          <a:xfrm>
            <a:off x="374904" y="1216152"/>
            <a:ext cx="11442628" cy="369486"/>
          </a:xfrm>
          <a:prstGeom prst="rect">
            <a:avLst/>
          </a:prstGeom>
        </p:spPr>
        <p:txBody>
          <a:bodyPr vert="horz" lIns="0" tIns="0" rIns="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4" name="Content Placeholder 3">
            <a:extLst>
              <a:ext uri="{FF2B5EF4-FFF2-40B4-BE49-F238E27FC236}">
                <a16:creationId xmlns:a16="http://schemas.microsoft.com/office/drawing/2014/main" id="{B0BA8EFD-5792-7B4F-1D20-1E31A946CEF9}"/>
              </a:ext>
            </a:extLst>
          </p:cNvPr>
          <p:cNvSpPr>
            <a:spLocks noGrp="1"/>
          </p:cNvSpPr>
          <p:nvPr>
            <p:ph sz="quarter" idx="22"/>
          </p:nvPr>
        </p:nvSpPr>
        <p:spPr>
          <a:xfrm>
            <a:off x="374904" y="1888132"/>
            <a:ext cx="5523992" cy="4383127"/>
          </a:xfrm>
          <a:prstGeom prst="rect">
            <a:avLst/>
          </a:prstGeom>
          <a:ln>
            <a:noFill/>
            <a:miter lim="800000"/>
          </a:ln>
        </p:spPr>
        <p:txBody>
          <a:bodyPr lIns="0" tIns="45720" rIns="91440" bIns="4572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4">
            <a:extLst>
              <a:ext uri="{FF2B5EF4-FFF2-40B4-BE49-F238E27FC236}">
                <a16:creationId xmlns:a16="http://schemas.microsoft.com/office/drawing/2014/main" id="{F6DEC8F3-45F4-A6A2-BABC-DA48F138C44F}"/>
              </a:ext>
            </a:extLst>
          </p:cNvPr>
          <p:cNvSpPr>
            <a:spLocks noGrp="1"/>
          </p:cNvSpPr>
          <p:nvPr>
            <p:ph sz="quarter" idx="25"/>
          </p:nvPr>
        </p:nvSpPr>
        <p:spPr>
          <a:xfrm>
            <a:off x="6260021" y="1888133"/>
            <a:ext cx="5523992" cy="4383126"/>
          </a:xfrm>
          <a:prstGeom prst="rect">
            <a:avLst/>
          </a:prstGeo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5">
            <a:extLst>
              <a:ext uri="{FF2B5EF4-FFF2-40B4-BE49-F238E27FC236}">
                <a16:creationId xmlns:a16="http://schemas.microsoft.com/office/drawing/2014/main" id="{BA7DFB59-A826-0E6C-FCCF-C77C033AA381}"/>
              </a:ext>
            </a:extLst>
          </p:cNvPr>
          <p:cNvSpPr>
            <a:spLocks noGrp="1"/>
          </p:cNvSpPr>
          <p:nvPr>
            <p:ph type="ftr" sz="quarter" idx="26"/>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0" name="Slide Number Placeholder 6">
            <a:extLst>
              <a:ext uri="{FF2B5EF4-FFF2-40B4-BE49-F238E27FC236}">
                <a16:creationId xmlns:a16="http://schemas.microsoft.com/office/drawing/2014/main" id="{4503040A-0AB8-6996-4421-787CEAF7956E}"/>
              </a:ext>
            </a:extLst>
          </p:cNvPr>
          <p:cNvSpPr>
            <a:spLocks noGrp="1"/>
          </p:cNvSpPr>
          <p:nvPr>
            <p:ph type="sldNum" sz="quarter" idx="27"/>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71691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and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528D8-C271-5C47-A09E-9CD90C96918D}"/>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3" name="Heading 2">
            <a:extLst>
              <a:ext uri="{FF2B5EF4-FFF2-40B4-BE49-F238E27FC236}">
                <a16:creationId xmlns:a16="http://schemas.microsoft.com/office/drawing/2014/main" id="{08AAE6CE-B9BB-71FF-B3F4-8A57F320BCCF}"/>
              </a:ext>
            </a:extLst>
          </p:cNvPr>
          <p:cNvSpPr>
            <a:spLocks noGrp="1"/>
          </p:cNvSpPr>
          <p:nvPr>
            <p:ph type="body" sz="quarter" idx="19" hasCustomPrompt="1"/>
          </p:nvPr>
        </p:nvSpPr>
        <p:spPr>
          <a:xfrm>
            <a:off x="374903" y="1129022"/>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7" name="Content Placeholder 3">
            <a:extLst>
              <a:ext uri="{FF2B5EF4-FFF2-40B4-BE49-F238E27FC236}">
                <a16:creationId xmlns:a16="http://schemas.microsoft.com/office/drawing/2014/main" id="{9F3AC44C-138B-4E7C-F10E-D1D2D69D4ACC}"/>
              </a:ext>
            </a:extLst>
          </p:cNvPr>
          <p:cNvSpPr>
            <a:spLocks noGrp="1"/>
          </p:cNvSpPr>
          <p:nvPr>
            <p:ph sz="quarter" idx="17"/>
          </p:nvPr>
        </p:nvSpPr>
        <p:spPr>
          <a:xfrm>
            <a:off x="374904" y="1541418"/>
            <a:ext cx="5523992" cy="4729842"/>
          </a:xfrm>
          <a:prstGeom prst="rect">
            <a:avLst/>
          </a:prstGeom>
          <a:ln>
            <a:noFill/>
            <a:miter lim="800000"/>
          </a:ln>
        </p:spPr>
        <p:txBody>
          <a:bodyPr lIns="0" tIns="45720" rIns="91440" bIns="45720"/>
          <a:lstStyle>
            <a:lvl1pPr>
              <a:spcAft>
                <a:spcPts val="0"/>
              </a:spcAft>
              <a:defRPr>
                <a:solidFill>
                  <a:schemeClr val="bg1"/>
                </a:solidFill>
                <a:latin typeface="HPE Graphik" pitchFamily="50" charset="0"/>
              </a:defRPr>
            </a:lvl1pPr>
            <a:lvl2pPr>
              <a:spcAft>
                <a:spcPts val="0"/>
              </a:spcAft>
              <a:defRPr>
                <a:solidFill>
                  <a:schemeClr val="bg1"/>
                </a:solidFill>
                <a:latin typeface="HPE Graphik" pitchFamily="50" charset="0"/>
              </a:defRPr>
            </a:lvl2pPr>
            <a:lvl3pPr>
              <a:spcAft>
                <a:spcPts val="0"/>
              </a:spcAft>
              <a:defRPr>
                <a:solidFill>
                  <a:schemeClr val="bg1"/>
                </a:solidFill>
                <a:latin typeface="HPE Graphik" pitchFamily="50" charset="0"/>
              </a:defRPr>
            </a:lvl3pPr>
            <a:lvl4pPr>
              <a:spcAft>
                <a:spcPts val="0"/>
              </a:spcAft>
              <a:defRPr>
                <a:solidFill>
                  <a:schemeClr val="bg1"/>
                </a:solidFill>
                <a:latin typeface="HPE Graphik" pitchFamily="50" charset="0"/>
              </a:defRPr>
            </a:lvl4pPr>
            <a:lvl5pPr>
              <a:spcAft>
                <a:spcPts val="0"/>
              </a:spcAft>
              <a:defRPr>
                <a:solidFill>
                  <a:schemeClr val="bg1"/>
                </a:solidFill>
                <a:latin typeface="HPE Graphik"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Heading 4">
            <a:extLst>
              <a:ext uri="{FF2B5EF4-FFF2-40B4-BE49-F238E27FC236}">
                <a16:creationId xmlns:a16="http://schemas.microsoft.com/office/drawing/2014/main" id="{B6018578-D3BC-1274-D0D0-0907131AACBD}"/>
              </a:ext>
            </a:extLst>
          </p:cNvPr>
          <p:cNvSpPr>
            <a:spLocks noGrp="1"/>
          </p:cNvSpPr>
          <p:nvPr>
            <p:ph type="body" sz="quarter" idx="21" hasCustomPrompt="1"/>
          </p:nvPr>
        </p:nvSpPr>
        <p:spPr>
          <a:xfrm>
            <a:off x="6260399" y="1129022"/>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9" name="Content Placeholder 5">
            <a:extLst>
              <a:ext uri="{FF2B5EF4-FFF2-40B4-BE49-F238E27FC236}">
                <a16:creationId xmlns:a16="http://schemas.microsoft.com/office/drawing/2014/main" id="{F8C68052-3E32-2AA5-C973-E598E204F59F}"/>
              </a:ext>
            </a:extLst>
          </p:cNvPr>
          <p:cNvSpPr>
            <a:spLocks noGrp="1"/>
          </p:cNvSpPr>
          <p:nvPr>
            <p:ph sz="quarter" idx="20"/>
          </p:nvPr>
        </p:nvSpPr>
        <p:spPr>
          <a:xfrm>
            <a:off x="6260021" y="1541418"/>
            <a:ext cx="5523992" cy="4729842"/>
          </a:xfrm>
          <a:prstGeom prst="rect">
            <a:avLst/>
          </a:prstGeom>
          <a:ln>
            <a:noFill/>
            <a:miter lim="800000"/>
          </a:ln>
        </p:spPr>
        <p:txBody>
          <a:bodyPr lIns="0" tIns="45720" rIns="0" bIns="45720"/>
          <a:lstStyle>
            <a:lvl1pPr>
              <a:spcAft>
                <a:spcPts val="0"/>
              </a:spcAft>
              <a:defRPr>
                <a:solidFill>
                  <a:schemeClr val="bg1"/>
                </a:solidFill>
                <a:latin typeface="HPE Graphik" pitchFamily="50" charset="0"/>
              </a:defRPr>
            </a:lvl1pPr>
            <a:lvl2pPr>
              <a:spcAft>
                <a:spcPts val="0"/>
              </a:spcAft>
              <a:defRPr>
                <a:solidFill>
                  <a:schemeClr val="bg1"/>
                </a:solidFill>
                <a:latin typeface="HPE Graphik" pitchFamily="50" charset="0"/>
              </a:defRPr>
            </a:lvl2pPr>
            <a:lvl3pPr>
              <a:spcAft>
                <a:spcPts val="0"/>
              </a:spcAft>
              <a:defRPr>
                <a:solidFill>
                  <a:schemeClr val="bg1"/>
                </a:solidFill>
                <a:latin typeface="HPE Graphik" pitchFamily="50" charset="0"/>
              </a:defRPr>
            </a:lvl3pPr>
            <a:lvl4pPr>
              <a:spcAft>
                <a:spcPts val="0"/>
              </a:spcAft>
              <a:defRPr>
                <a:solidFill>
                  <a:schemeClr val="bg1"/>
                </a:solidFill>
                <a:latin typeface="HPE Graphik" pitchFamily="50" charset="0"/>
              </a:defRPr>
            </a:lvl4pPr>
            <a:lvl5pPr>
              <a:spcAft>
                <a:spcPts val="0"/>
              </a:spcAft>
              <a:defRPr>
                <a:solidFill>
                  <a:schemeClr val="bg1"/>
                </a:solidFill>
                <a:latin typeface="HPE Graphik"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6">
            <a:extLst>
              <a:ext uri="{FF2B5EF4-FFF2-40B4-BE49-F238E27FC236}">
                <a16:creationId xmlns:a16="http://schemas.microsoft.com/office/drawing/2014/main" id="{036E03AC-E97B-053F-29C6-10E14864CBE1}"/>
              </a:ext>
            </a:extLst>
          </p:cNvPr>
          <p:cNvSpPr>
            <a:spLocks noGrp="1"/>
          </p:cNvSpPr>
          <p:nvPr>
            <p:ph type="ftr" sz="quarter" idx="22"/>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1" name="Slide Number Placeholder 7">
            <a:extLst>
              <a:ext uri="{FF2B5EF4-FFF2-40B4-BE49-F238E27FC236}">
                <a16:creationId xmlns:a16="http://schemas.microsoft.com/office/drawing/2014/main" id="{B1428F4F-95F8-18EC-82E7-D7190F878922}"/>
              </a:ext>
            </a:extLst>
          </p:cNvPr>
          <p:cNvSpPr>
            <a:spLocks noGrp="1"/>
          </p:cNvSpPr>
          <p:nvPr>
            <p:ph type="sldNum" sz="quarter" idx="23"/>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76010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ubtitle and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359BB-552B-75DD-3F26-5A0B7CE4CC25}"/>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BAC21B7-B9F7-B1C2-D183-AD446EB36144}"/>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7" name="Heading 3">
            <a:extLst>
              <a:ext uri="{FF2B5EF4-FFF2-40B4-BE49-F238E27FC236}">
                <a16:creationId xmlns:a16="http://schemas.microsoft.com/office/drawing/2014/main" id="{80CD8EE6-1EE7-E69C-806E-F45E5181833C}"/>
              </a:ext>
            </a:extLst>
          </p:cNvPr>
          <p:cNvSpPr>
            <a:spLocks noGrp="1"/>
          </p:cNvSpPr>
          <p:nvPr>
            <p:ph type="body" sz="quarter" idx="23" hasCustomPrompt="1"/>
          </p:nvPr>
        </p:nvSpPr>
        <p:spPr>
          <a:xfrm>
            <a:off x="374904" y="1473135"/>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8" name="Content Placeholder 4">
            <a:extLst>
              <a:ext uri="{FF2B5EF4-FFF2-40B4-BE49-F238E27FC236}">
                <a16:creationId xmlns:a16="http://schemas.microsoft.com/office/drawing/2014/main" id="{D9A1AA45-9324-0B0C-E971-BD7D0EFEB4AC}"/>
              </a:ext>
            </a:extLst>
          </p:cNvPr>
          <p:cNvSpPr>
            <a:spLocks noGrp="1"/>
          </p:cNvSpPr>
          <p:nvPr>
            <p:ph sz="quarter" idx="22"/>
          </p:nvPr>
        </p:nvSpPr>
        <p:spPr>
          <a:xfrm>
            <a:off x="374904" y="1888132"/>
            <a:ext cx="5523992" cy="4390747"/>
          </a:xfrm>
          <a:prstGeom prst="rect">
            <a:avLst/>
          </a:prstGeom>
          <a:ln>
            <a:noFill/>
            <a:miter lim="800000"/>
          </a:ln>
        </p:spPr>
        <p:txBody>
          <a:bodyPr lIns="0" tIns="45720" rIns="9144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Heading 5">
            <a:extLst>
              <a:ext uri="{FF2B5EF4-FFF2-40B4-BE49-F238E27FC236}">
                <a16:creationId xmlns:a16="http://schemas.microsoft.com/office/drawing/2014/main" id="{4FF7DE57-9EAF-DDA9-319F-AA1EE4FECE4D}"/>
              </a:ext>
            </a:extLst>
          </p:cNvPr>
          <p:cNvSpPr>
            <a:spLocks noGrp="1"/>
          </p:cNvSpPr>
          <p:nvPr>
            <p:ph type="body" sz="quarter" idx="21" hasCustomPrompt="1"/>
          </p:nvPr>
        </p:nvSpPr>
        <p:spPr>
          <a:xfrm>
            <a:off x="6260021" y="1473135"/>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10" name="Content Placeholder 6">
            <a:extLst>
              <a:ext uri="{FF2B5EF4-FFF2-40B4-BE49-F238E27FC236}">
                <a16:creationId xmlns:a16="http://schemas.microsoft.com/office/drawing/2014/main" id="{72CFC298-C0C5-5652-F70E-28DBFA57EBD6}"/>
              </a:ext>
            </a:extLst>
          </p:cNvPr>
          <p:cNvSpPr>
            <a:spLocks noGrp="1"/>
          </p:cNvSpPr>
          <p:nvPr>
            <p:ph sz="quarter" idx="25"/>
          </p:nvPr>
        </p:nvSpPr>
        <p:spPr>
          <a:xfrm>
            <a:off x="6260021" y="1888133"/>
            <a:ext cx="5523992" cy="4390746"/>
          </a:xfrm>
          <a:prstGeom prst="rect">
            <a:avLst/>
          </a:prstGeom>
          <a:ln>
            <a:noFill/>
            <a:miter lim="800000"/>
          </a:ln>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7">
            <a:extLst>
              <a:ext uri="{FF2B5EF4-FFF2-40B4-BE49-F238E27FC236}">
                <a16:creationId xmlns:a16="http://schemas.microsoft.com/office/drawing/2014/main" id="{97AE2D89-8E38-15A8-C1C6-5AE0A0A995A6}"/>
              </a:ext>
            </a:extLst>
          </p:cNvPr>
          <p:cNvSpPr>
            <a:spLocks noGrp="1"/>
          </p:cNvSpPr>
          <p:nvPr>
            <p:ph type="ftr" sz="quarter" idx="26"/>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2" name="Slide Number Placeholder 8">
            <a:extLst>
              <a:ext uri="{FF2B5EF4-FFF2-40B4-BE49-F238E27FC236}">
                <a16:creationId xmlns:a16="http://schemas.microsoft.com/office/drawing/2014/main" id="{D7BD906C-9AD7-5996-5928-9DA8652ED573}"/>
              </a:ext>
            </a:extLst>
          </p:cNvPr>
          <p:cNvSpPr>
            <a:spLocks noGrp="1"/>
          </p:cNvSpPr>
          <p:nvPr>
            <p:ph type="sldNum" sz="quarter" idx="27"/>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6026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E5C4C-0EB7-3A92-E4F2-770E89BE658E}"/>
              </a:ext>
            </a:extLst>
          </p:cNvPr>
          <p:cNvSpPr>
            <a:spLocks noGrp="1"/>
          </p:cNvSpPr>
          <p:nvPr>
            <p:ph type="title"/>
          </p:nvPr>
        </p:nvSpPr>
        <p:spPr>
          <a:xfrm>
            <a:off x="374904" y="393192"/>
            <a:ext cx="11433978" cy="415498"/>
          </a:xfrm>
        </p:spPr>
        <p:txBody>
          <a:bodyPr lIns="0" tIns="0" rIns="91440" bIns="0" anchor="t"/>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5CD6AB-295C-4F7F-C01E-3F5D85CF8244}"/>
              </a:ext>
            </a:extLst>
          </p:cNvPr>
          <p:cNvSpPr>
            <a:spLocks noGrp="1"/>
          </p:cNvSpPr>
          <p:nvPr>
            <p:ph sz="quarter" idx="17"/>
          </p:nvPr>
        </p:nvSpPr>
        <p:spPr>
          <a:xfrm>
            <a:off x="385100" y="1165860"/>
            <a:ext cx="3628711" cy="510063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BA041899-6CA8-D590-BD5D-5D416ED2B65F}"/>
              </a:ext>
            </a:extLst>
          </p:cNvPr>
          <p:cNvSpPr>
            <a:spLocks noGrp="1"/>
          </p:cNvSpPr>
          <p:nvPr>
            <p:ph sz="quarter" idx="18"/>
          </p:nvPr>
        </p:nvSpPr>
        <p:spPr>
          <a:xfrm>
            <a:off x="4268787" y="1165860"/>
            <a:ext cx="3628711" cy="510063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4">
            <a:extLst>
              <a:ext uri="{FF2B5EF4-FFF2-40B4-BE49-F238E27FC236}">
                <a16:creationId xmlns:a16="http://schemas.microsoft.com/office/drawing/2014/main" id="{44EB63E5-55BF-965A-E453-BC0F1FB58B23}"/>
              </a:ext>
            </a:extLst>
          </p:cNvPr>
          <p:cNvSpPr>
            <a:spLocks noGrp="1"/>
          </p:cNvSpPr>
          <p:nvPr>
            <p:ph sz="quarter" idx="19"/>
          </p:nvPr>
        </p:nvSpPr>
        <p:spPr>
          <a:xfrm>
            <a:off x="8152474" y="1165860"/>
            <a:ext cx="3628711" cy="510063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5">
            <a:extLst>
              <a:ext uri="{FF2B5EF4-FFF2-40B4-BE49-F238E27FC236}">
                <a16:creationId xmlns:a16="http://schemas.microsoft.com/office/drawing/2014/main" id="{88D376F6-DE23-73A3-72F4-A1DF315C64CA}"/>
              </a:ext>
            </a:extLst>
          </p:cNvPr>
          <p:cNvSpPr>
            <a:spLocks noGrp="1"/>
          </p:cNvSpPr>
          <p:nvPr>
            <p:ph type="ftr" sz="quarter" idx="2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0" name="Slide Number Placeholder 6">
            <a:extLst>
              <a:ext uri="{FF2B5EF4-FFF2-40B4-BE49-F238E27FC236}">
                <a16:creationId xmlns:a16="http://schemas.microsoft.com/office/drawing/2014/main" id="{A4482F8A-DE87-1AAD-B95B-F052BE5AFFD7}"/>
              </a:ext>
            </a:extLst>
          </p:cNvPr>
          <p:cNvSpPr>
            <a:spLocks noGrp="1"/>
          </p:cNvSpPr>
          <p:nvPr>
            <p:ph type="sldNum" sz="quarter" idx="2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13772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2) and 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8290F-6DF9-9A5D-FCB5-63D917D82386}"/>
              </a:ext>
            </a:extLst>
          </p:cNvPr>
          <p:cNvSpPr>
            <a:spLocks noGrp="1"/>
          </p:cNvSpPr>
          <p:nvPr>
            <p:ph type="title" hasCustomPrompt="1"/>
          </p:nvPr>
        </p:nvSpPr>
        <p:spPr>
          <a:xfrm>
            <a:off x="374904" y="393192"/>
            <a:ext cx="11442628" cy="775846"/>
          </a:xfrm>
        </p:spPr>
        <p:txBody>
          <a:bodyPr lIns="0" tIns="0" rIns="91440" bIns="0" anchor="t" anchorCtr="0"/>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3" name="Content Placeholder 2">
            <a:extLst>
              <a:ext uri="{FF2B5EF4-FFF2-40B4-BE49-F238E27FC236}">
                <a16:creationId xmlns:a16="http://schemas.microsoft.com/office/drawing/2014/main" id="{F0487AE4-EEB6-D33C-D1D6-0ACE310E2565}"/>
              </a:ext>
            </a:extLst>
          </p:cNvPr>
          <p:cNvSpPr>
            <a:spLocks noGrp="1"/>
          </p:cNvSpPr>
          <p:nvPr>
            <p:ph sz="quarter" idx="17"/>
          </p:nvPr>
        </p:nvSpPr>
        <p:spPr>
          <a:xfrm>
            <a:off x="374904" y="1541418"/>
            <a:ext cx="3631039" cy="4729842"/>
          </a:xfrm>
          <a:prstGeom prst="rect">
            <a:avLst/>
          </a:prstGeo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5DB9CF72-3A17-D23F-C902-F930E9162480}"/>
              </a:ext>
            </a:extLst>
          </p:cNvPr>
          <p:cNvSpPr>
            <a:spLocks noGrp="1"/>
          </p:cNvSpPr>
          <p:nvPr>
            <p:ph sz="quarter" idx="18"/>
          </p:nvPr>
        </p:nvSpPr>
        <p:spPr>
          <a:xfrm>
            <a:off x="4276344" y="1541418"/>
            <a:ext cx="3631039" cy="4729842"/>
          </a:xfrm>
          <a:prstGeom prst="rect">
            <a:avLst/>
          </a:prstGeo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4">
            <a:extLst>
              <a:ext uri="{FF2B5EF4-FFF2-40B4-BE49-F238E27FC236}">
                <a16:creationId xmlns:a16="http://schemas.microsoft.com/office/drawing/2014/main" id="{25C446E7-7156-487F-51FD-11A96CDA4C59}"/>
              </a:ext>
            </a:extLst>
          </p:cNvPr>
          <p:cNvSpPr>
            <a:spLocks noGrp="1"/>
          </p:cNvSpPr>
          <p:nvPr>
            <p:ph sz="quarter" idx="22"/>
          </p:nvPr>
        </p:nvSpPr>
        <p:spPr>
          <a:xfrm>
            <a:off x="8186492" y="1541418"/>
            <a:ext cx="3631039" cy="4729842"/>
          </a:xfrm>
          <a:prstGeom prst="rect">
            <a:avLst/>
          </a:prstGeo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5">
            <a:extLst>
              <a:ext uri="{FF2B5EF4-FFF2-40B4-BE49-F238E27FC236}">
                <a16:creationId xmlns:a16="http://schemas.microsoft.com/office/drawing/2014/main" id="{63EABCA5-0B6E-6890-D488-105F189037F8}"/>
              </a:ext>
            </a:extLst>
          </p:cNvPr>
          <p:cNvSpPr>
            <a:spLocks noGrp="1"/>
          </p:cNvSpPr>
          <p:nvPr>
            <p:ph type="ftr" sz="quarter" idx="19"/>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1" name="Slide Number Placeholder 6">
            <a:extLst>
              <a:ext uri="{FF2B5EF4-FFF2-40B4-BE49-F238E27FC236}">
                <a16:creationId xmlns:a16="http://schemas.microsoft.com/office/drawing/2014/main" id="{36270470-6E46-5DAE-9E2E-3F1693675089}"/>
              </a:ext>
            </a:extLst>
          </p:cNvPr>
          <p:cNvSpPr>
            <a:spLocks noGrp="1"/>
          </p:cNvSpPr>
          <p:nvPr>
            <p:ph type="sldNum" sz="quarter" idx="20"/>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13707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E47B6-B1EB-1E8D-9264-332C2EDDC46B}"/>
              </a:ext>
            </a:extLst>
          </p:cNvPr>
          <p:cNvSpPr>
            <a:spLocks noGrp="1"/>
          </p:cNvSpPr>
          <p:nvPr>
            <p:ph type="title"/>
          </p:nvPr>
        </p:nvSpPr>
        <p:spPr>
          <a:xfrm>
            <a:off x="374904" y="393192"/>
            <a:ext cx="11433978" cy="413258"/>
          </a:xfrm>
        </p:spPr>
        <p:txBody>
          <a:bodyPr/>
          <a:lstStyle>
            <a:lvl1pPr>
              <a:defRPr>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99C23D7-0D20-9765-38B7-4B2868687542}"/>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7" name="Content Placeholder 3">
            <a:extLst>
              <a:ext uri="{FF2B5EF4-FFF2-40B4-BE49-F238E27FC236}">
                <a16:creationId xmlns:a16="http://schemas.microsoft.com/office/drawing/2014/main" id="{DF61BA49-20EB-8AF7-A3FF-9FB893B623A0}"/>
              </a:ext>
            </a:extLst>
          </p:cNvPr>
          <p:cNvSpPr>
            <a:spLocks noGrp="1"/>
          </p:cNvSpPr>
          <p:nvPr>
            <p:ph sz="quarter" idx="17"/>
          </p:nvPr>
        </p:nvSpPr>
        <p:spPr>
          <a:xfrm>
            <a:off x="374904" y="1541418"/>
            <a:ext cx="3631039" cy="4729842"/>
          </a:xfrm>
          <a:prstGeom prst="rect">
            <a:avLst/>
          </a:prstGeo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4">
            <a:extLst>
              <a:ext uri="{FF2B5EF4-FFF2-40B4-BE49-F238E27FC236}">
                <a16:creationId xmlns:a16="http://schemas.microsoft.com/office/drawing/2014/main" id="{BCD81CCD-5F00-66A0-B63E-951E7FEA50B7}"/>
              </a:ext>
            </a:extLst>
          </p:cNvPr>
          <p:cNvSpPr>
            <a:spLocks noGrp="1"/>
          </p:cNvSpPr>
          <p:nvPr>
            <p:ph sz="quarter" idx="18"/>
          </p:nvPr>
        </p:nvSpPr>
        <p:spPr>
          <a:xfrm>
            <a:off x="4276344" y="1541418"/>
            <a:ext cx="3631039" cy="4729842"/>
          </a:xfrm>
          <a:prstGeom prst="rect">
            <a:avLst/>
          </a:prstGeo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F856EB83-2054-47E9-50BD-6F4B65876B14}"/>
              </a:ext>
            </a:extLst>
          </p:cNvPr>
          <p:cNvSpPr>
            <a:spLocks noGrp="1"/>
          </p:cNvSpPr>
          <p:nvPr>
            <p:ph sz="quarter" idx="22"/>
          </p:nvPr>
        </p:nvSpPr>
        <p:spPr>
          <a:xfrm>
            <a:off x="8186492" y="1541418"/>
            <a:ext cx="3631039" cy="4729842"/>
          </a:xfrm>
          <a:prstGeom prst="rect">
            <a:avLst/>
          </a:prstGeo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6">
            <a:extLst>
              <a:ext uri="{FF2B5EF4-FFF2-40B4-BE49-F238E27FC236}">
                <a16:creationId xmlns:a16="http://schemas.microsoft.com/office/drawing/2014/main" id="{2F405231-3A7E-D5CA-1B3C-CC143778DA92}"/>
              </a:ext>
            </a:extLst>
          </p:cNvPr>
          <p:cNvSpPr>
            <a:spLocks noGrp="1"/>
          </p:cNvSpPr>
          <p:nvPr>
            <p:ph type="ftr" sz="quarter" idx="23"/>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1" name="Slide Number Placeholder 7">
            <a:extLst>
              <a:ext uri="{FF2B5EF4-FFF2-40B4-BE49-F238E27FC236}">
                <a16:creationId xmlns:a16="http://schemas.microsoft.com/office/drawing/2014/main" id="{8574BF6A-F777-7B66-227F-1BD2C1BBA953}"/>
              </a:ext>
            </a:extLst>
          </p:cNvPr>
          <p:cNvSpPr>
            <a:spLocks noGrp="1"/>
          </p:cNvSpPr>
          <p:nvPr>
            <p:ph type="sldNum" sz="quarter" idx="24"/>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20021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2), Subtitle and Three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3A3A0C-B7A5-BB95-8023-8F4CAB1F20DF}"/>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8" name="Subtitle 2">
            <a:extLst>
              <a:ext uri="{FF2B5EF4-FFF2-40B4-BE49-F238E27FC236}">
                <a16:creationId xmlns:a16="http://schemas.microsoft.com/office/drawing/2014/main" id="{B95CEEA2-AFC3-696A-CFC0-D98E27CB0352}"/>
              </a:ext>
            </a:extLst>
          </p:cNvPr>
          <p:cNvSpPr>
            <a:spLocks noGrp="1"/>
          </p:cNvSpPr>
          <p:nvPr>
            <p:ph type="body" sz="quarter" idx="13" hasCustomPrompt="1"/>
          </p:nvPr>
        </p:nvSpPr>
        <p:spPr>
          <a:xfrm>
            <a:off x="374904" y="1216152"/>
            <a:ext cx="11442626" cy="369486"/>
          </a:xfrm>
          <a:prstGeom prst="rect">
            <a:avLst/>
          </a:prstGeom>
        </p:spPr>
        <p:txBody>
          <a:bodyPr tIns="0"/>
          <a:lstStyle>
            <a:lvl1pPr>
              <a:defRPr sz="2000">
                <a:solidFill>
                  <a:schemeClr val="bg1"/>
                </a:solidFill>
              </a:defRPr>
            </a:lvl1pPr>
          </a:lstStyle>
          <a:p>
            <a:pPr lvl="0"/>
            <a:r>
              <a:rPr lang="en-US"/>
              <a:t>Optional subhead placeholder</a:t>
            </a:r>
          </a:p>
        </p:txBody>
      </p:sp>
      <p:sp>
        <p:nvSpPr>
          <p:cNvPr id="11" name="Content Placeholder 3">
            <a:extLst>
              <a:ext uri="{FF2B5EF4-FFF2-40B4-BE49-F238E27FC236}">
                <a16:creationId xmlns:a16="http://schemas.microsoft.com/office/drawing/2014/main" id="{148EF684-5BE9-C864-EC5B-3FD67C85C463}"/>
              </a:ext>
            </a:extLst>
          </p:cNvPr>
          <p:cNvSpPr>
            <a:spLocks noGrp="1"/>
          </p:cNvSpPr>
          <p:nvPr>
            <p:ph sz="quarter" idx="17"/>
          </p:nvPr>
        </p:nvSpPr>
        <p:spPr>
          <a:xfrm>
            <a:off x="385100" y="1888132"/>
            <a:ext cx="3628710" cy="439074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4">
            <a:extLst>
              <a:ext uri="{FF2B5EF4-FFF2-40B4-BE49-F238E27FC236}">
                <a16:creationId xmlns:a16="http://schemas.microsoft.com/office/drawing/2014/main" id="{274D3662-44FD-EB30-1254-1CF54399D907}"/>
              </a:ext>
            </a:extLst>
          </p:cNvPr>
          <p:cNvSpPr>
            <a:spLocks noGrp="1"/>
          </p:cNvSpPr>
          <p:nvPr>
            <p:ph sz="quarter" idx="18"/>
          </p:nvPr>
        </p:nvSpPr>
        <p:spPr>
          <a:xfrm>
            <a:off x="4265611" y="1888132"/>
            <a:ext cx="3628710" cy="439074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5">
            <a:extLst>
              <a:ext uri="{FF2B5EF4-FFF2-40B4-BE49-F238E27FC236}">
                <a16:creationId xmlns:a16="http://schemas.microsoft.com/office/drawing/2014/main" id="{0FDA5DC1-1B8B-B626-1761-74E8183EAED1}"/>
              </a:ext>
            </a:extLst>
          </p:cNvPr>
          <p:cNvSpPr>
            <a:spLocks noGrp="1"/>
          </p:cNvSpPr>
          <p:nvPr>
            <p:ph sz="quarter" idx="22"/>
          </p:nvPr>
        </p:nvSpPr>
        <p:spPr>
          <a:xfrm>
            <a:off x="8146122" y="1896841"/>
            <a:ext cx="3628710" cy="439074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6">
            <a:extLst>
              <a:ext uri="{FF2B5EF4-FFF2-40B4-BE49-F238E27FC236}">
                <a16:creationId xmlns:a16="http://schemas.microsoft.com/office/drawing/2014/main" id="{CA9CA6AF-DBA8-04B9-5CC4-34FAE6D5361C}"/>
              </a:ext>
            </a:extLst>
          </p:cNvPr>
          <p:cNvSpPr>
            <a:spLocks noGrp="1"/>
          </p:cNvSpPr>
          <p:nvPr>
            <p:ph type="ftr" sz="quarter" idx="19"/>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6" name="Slide Number Placeholder 7">
            <a:extLst>
              <a:ext uri="{FF2B5EF4-FFF2-40B4-BE49-F238E27FC236}">
                <a16:creationId xmlns:a16="http://schemas.microsoft.com/office/drawing/2014/main" id="{62F28C44-9A36-ED9F-0A74-08BBB9710C53}"/>
              </a:ext>
            </a:extLst>
          </p:cNvPr>
          <p:cNvSpPr>
            <a:spLocks noGrp="1"/>
          </p:cNvSpPr>
          <p:nvPr>
            <p:ph type="sldNum" sz="quarter" idx="20"/>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911733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and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F95AD-E465-5F8F-E999-4A21B9C71A6F}"/>
              </a:ext>
            </a:extLst>
          </p:cNvPr>
          <p:cNvSpPr>
            <a:spLocks noGrp="1"/>
          </p:cNvSpPr>
          <p:nvPr>
            <p:ph type="title"/>
          </p:nvPr>
        </p:nvSpPr>
        <p:spPr>
          <a:xfrm>
            <a:off x="374903" y="393192"/>
            <a:ext cx="11442627" cy="415498"/>
          </a:xfrm>
        </p:spPr>
        <p:txBody>
          <a:bodyPr lIns="0" tIns="0" rIns="91440" bIns="0" anchor="t"/>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3" name="Heading 2">
            <a:extLst>
              <a:ext uri="{FF2B5EF4-FFF2-40B4-BE49-F238E27FC236}">
                <a16:creationId xmlns:a16="http://schemas.microsoft.com/office/drawing/2014/main" id="{271CFFE9-2511-8A9F-3C78-DB6ECDDF70FF}"/>
              </a:ext>
            </a:extLst>
          </p:cNvPr>
          <p:cNvSpPr>
            <a:spLocks noGrp="1"/>
          </p:cNvSpPr>
          <p:nvPr>
            <p:ph type="body" sz="quarter" idx="19" hasCustomPrompt="1"/>
          </p:nvPr>
        </p:nvSpPr>
        <p:spPr>
          <a:xfrm>
            <a:off x="374905" y="1142201"/>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7" name="Content Placeholder 3">
            <a:extLst>
              <a:ext uri="{FF2B5EF4-FFF2-40B4-BE49-F238E27FC236}">
                <a16:creationId xmlns:a16="http://schemas.microsoft.com/office/drawing/2014/main" id="{9105EEB9-D9C6-E433-1C77-F40AA56479F1}"/>
              </a:ext>
            </a:extLst>
          </p:cNvPr>
          <p:cNvSpPr>
            <a:spLocks noGrp="1"/>
          </p:cNvSpPr>
          <p:nvPr>
            <p:ph sz="quarter" idx="17"/>
          </p:nvPr>
        </p:nvSpPr>
        <p:spPr>
          <a:xfrm>
            <a:off x="374904" y="1541418"/>
            <a:ext cx="3631039" cy="4729842"/>
          </a:xfrm>
          <a:prstGeom prst="rect">
            <a:avLst/>
          </a:prstGeo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Heading 4">
            <a:extLst>
              <a:ext uri="{FF2B5EF4-FFF2-40B4-BE49-F238E27FC236}">
                <a16:creationId xmlns:a16="http://schemas.microsoft.com/office/drawing/2014/main" id="{CF426364-4A99-DE48-FFAD-7A5FE6004539}"/>
              </a:ext>
            </a:extLst>
          </p:cNvPr>
          <p:cNvSpPr>
            <a:spLocks noGrp="1"/>
          </p:cNvSpPr>
          <p:nvPr>
            <p:ph type="body" sz="quarter" idx="23" hasCustomPrompt="1"/>
          </p:nvPr>
        </p:nvSpPr>
        <p:spPr>
          <a:xfrm>
            <a:off x="4276344" y="1142201"/>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9" name="Content Placeholder 5">
            <a:extLst>
              <a:ext uri="{FF2B5EF4-FFF2-40B4-BE49-F238E27FC236}">
                <a16:creationId xmlns:a16="http://schemas.microsoft.com/office/drawing/2014/main" id="{75F19154-85FD-E81C-9211-635296190979}"/>
              </a:ext>
            </a:extLst>
          </p:cNvPr>
          <p:cNvSpPr>
            <a:spLocks noGrp="1"/>
          </p:cNvSpPr>
          <p:nvPr>
            <p:ph sz="quarter" idx="18"/>
          </p:nvPr>
        </p:nvSpPr>
        <p:spPr>
          <a:xfrm>
            <a:off x="4276344" y="1541418"/>
            <a:ext cx="3631039" cy="4729842"/>
          </a:xfrm>
          <a:prstGeom prst="rect">
            <a:avLst/>
          </a:prstGeo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Heading 6">
            <a:extLst>
              <a:ext uri="{FF2B5EF4-FFF2-40B4-BE49-F238E27FC236}">
                <a16:creationId xmlns:a16="http://schemas.microsoft.com/office/drawing/2014/main" id="{6157B8D2-377D-8482-1249-3CBC8D451307}"/>
              </a:ext>
            </a:extLst>
          </p:cNvPr>
          <p:cNvSpPr>
            <a:spLocks noGrp="1"/>
          </p:cNvSpPr>
          <p:nvPr>
            <p:ph type="body" sz="quarter" idx="21" hasCustomPrompt="1"/>
          </p:nvPr>
        </p:nvSpPr>
        <p:spPr>
          <a:xfrm>
            <a:off x="8186492" y="1142201"/>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11" name="Content Placeholder 7">
            <a:extLst>
              <a:ext uri="{FF2B5EF4-FFF2-40B4-BE49-F238E27FC236}">
                <a16:creationId xmlns:a16="http://schemas.microsoft.com/office/drawing/2014/main" id="{AF64FB3A-A98E-C61E-3855-B86BA8053F3F}"/>
              </a:ext>
            </a:extLst>
          </p:cNvPr>
          <p:cNvSpPr>
            <a:spLocks noGrp="1"/>
          </p:cNvSpPr>
          <p:nvPr>
            <p:ph sz="quarter" idx="22"/>
          </p:nvPr>
        </p:nvSpPr>
        <p:spPr>
          <a:xfrm>
            <a:off x="8186492" y="1541418"/>
            <a:ext cx="3631039" cy="4729842"/>
          </a:xfrm>
          <a:prstGeom prst="rect">
            <a:avLst/>
          </a:prstGeom>
          <a:ln>
            <a:noFill/>
            <a:miter lim="800000"/>
          </a:ln>
        </p:spPr>
        <p:txBody>
          <a:bodyPr lIns="0" tIns="45720" rIns="0" bIns="45720" anchor="t"/>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3CBCEB70-DB76-59CA-95C4-1C7C800218F9}"/>
              </a:ext>
            </a:extLst>
          </p:cNvPr>
          <p:cNvSpPr>
            <a:spLocks noGrp="1"/>
          </p:cNvSpPr>
          <p:nvPr>
            <p:ph type="ftr" sz="quarter" idx="24"/>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3" name="Slide Number Placeholder 9">
            <a:extLst>
              <a:ext uri="{FF2B5EF4-FFF2-40B4-BE49-F238E27FC236}">
                <a16:creationId xmlns:a16="http://schemas.microsoft.com/office/drawing/2014/main" id="{A69DA92A-EC20-FBD6-ABDB-68F05BA25960}"/>
              </a:ext>
            </a:extLst>
          </p:cNvPr>
          <p:cNvSpPr>
            <a:spLocks noGrp="1"/>
          </p:cNvSpPr>
          <p:nvPr>
            <p:ph type="sldNum" sz="quarter" idx="25"/>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222974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Subtitle and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5F76A-29C4-77BB-F954-EF1E4CAD61D1}"/>
              </a:ext>
            </a:extLst>
          </p:cNvPr>
          <p:cNvSpPr>
            <a:spLocks noGrp="1"/>
          </p:cNvSpPr>
          <p:nvPr>
            <p:ph type="title"/>
          </p:nvPr>
        </p:nvSpPr>
        <p:spPr>
          <a:xfrm>
            <a:off x="374904" y="393192"/>
            <a:ext cx="11433978" cy="413258"/>
          </a:xfrm>
        </p:spPr>
        <p:txBody>
          <a:bodyPr/>
          <a:lstStyle>
            <a:lvl1pPr>
              <a:defRPr>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783E91B-B220-62CB-B986-1B0ABF476BCB}"/>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7" name="Heading 3">
            <a:extLst>
              <a:ext uri="{FF2B5EF4-FFF2-40B4-BE49-F238E27FC236}">
                <a16:creationId xmlns:a16="http://schemas.microsoft.com/office/drawing/2014/main" id="{8E2C9E4F-5EFA-51EE-9759-D575E8201803}"/>
              </a:ext>
            </a:extLst>
          </p:cNvPr>
          <p:cNvSpPr>
            <a:spLocks noGrp="1"/>
          </p:cNvSpPr>
          <p:nvPr>
            <p:ph type="body" sz="quarter" idx="19" hasCustomPrompt="1"/>
          </p:nvPr>
        </p:nvSpPr>
        <p:spPr>
          <a:xfrm>
            <a:off x="374905" y="1490550"/>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8" name="Content Placeholder 4">
            <a:extLst>
              <a:ext uri="{FF2B5EF4-FFF2-40B4-BE49-F238E27FC236}">
                <a16:creationId xmlns:a16="http://schemas.microsoft.com/office/drawing/2014/main" id="{DE6FEE7E-2978-C901-DE42-312F967DE64C}"/>
              </a:ext>
            </a:extLst>
          </p:cNvPr>
          <p:cNvSpPr>
            <a:spLocks noGrp="1"/>
          </p:cNvSpPr>
          <p:nvPr>
            <p:ph sz="quarter" idx="17"/>
          </p:nvPr>
        </p:nvSpPr>
        <p:spPr>
          <a:xfrm>
            <a:off x="385100" y="1888132"/>
            <a:ext cx="3628710" cy="439074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Heading 5">
            <a:extLst>
              <a:ext uri="{FF2B5EF4-FFF2-40B4-BE49-F238E27FC236}">
                <a16:creationId xmlns:a16="http://schemas.microsoft.com/office/drawing/2014/main" id="{AB628815-64DB-637D-134A-0671218F43D0}"/>
              </a:ext>
            </a:extLst>
          </p:cNvPr>
          <p:cNvSpPr>
            <a:spLocks noGrp="1"/>
          </p:cNvSpPr>
          <p:nvPr>
            <p:ph type="body" sz="quarter" idx="23" hasCustomPrompt="1"/>
          </p:nvPr>
        </p:nvSpPr>
        <p:spPr>
          <a:xfrm>
            <a:off x="4265611" y="1490550"/>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10" name="Content Placeholder 6">
            <a:extLst>
              <a:ext uri="{FF2B5EF4-FFF2-40B4-BE49-F238E27FC236}">
                <a16:creationId xmlns:a16="http://schemas.microsoft.com/office/drawing/2014/main" id="{2189EFB7-ACA5-7391-CF48-CA316C6D1484}"/>
              </a:ext>
            </a:extLst>
          </p:cNvPr>
          <p:cNvSpPr>
            <a:spLocks noGrp="1"/>
          </p:cNvSpPr>
          <p:nvPr>
            <p:ph sz="quarter" idx="18"/>
          </p:nvPr>
        </p:nvSpPr>
        <p:spPr>
          <a:xfrm>
            <a:off x="4265611" y="1888132"/>
            <a:ext cx="3628710" cy="439074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Heading 7">
            <a:extLst>
              <a:ext uri="{FF2B5EF4-FFF2-40B4-BE49-F238E27FC236}">
                <a16:creationId xmlns:a16="http://schemas.microsoft.com/office/drawing/2014/main" id="{C3145822-289C-FF86-09E9-6BA9609A2E71}"/>
              </a:ext>
            </a:extLst>
          </p:cNvPr>
          <p:cNvSpPr>
            <a:spLocks noGrp="1"/>
          </p:cNvSpPr>
          <p:nvPr>
            <p:ph type="body" sz="quarter" idx="21" hasCustomPrompt="1"/>
          </p:nvPr>
        </p:nvSpPr>
        <p:spPr>
          <a:xfrm>
            <a:off x="8146122" y="1499259"/>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bg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12" name="Content Placeholder 8">
            <a:extLst>
              <a:ext uri="{FF2B5EF4-FFF2-40B4-BE49-F238E27FC236}">
                <a16:creationId xmlns:a16="http://schemas.microsoft.com/office/drawing/2014/main" id="{D31CEA09-8B0B-66DB-E7BF-6AF21E6D45F1}"/>
              </a:ext>
            </a:extLst>
          </p:cNvPr>
          <p:cNvSpPr>
            <a:spLocks noGrp="1"/>
          </p:cNvSpPr>
          <p:nvPr>
            <p:ph sz="quarter" idx="22"/>
          </p:nvPr>
        </p:nvSpPr>
        <p:spPr>
          <a:xfrm>
            <a:off x="8146122" y="1896841"/>
            <a:ext cx="3628710" cy="4390747"/>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9">
            <a:extLst>
              <a:ext uri="{FF2B5EF4-FFF2-40B4-BE49-F238E27FC236}">
                <a16:creationId xmlns:a16="http://schemas.microsoft.com/office/drawing/2014/main" id="{3E4C73FE-8849-755C-F679-7698D57A4C9B}"/>
              </a:ext>
            </a:extLst>
          </p:cNvPr>
          <p:cNvSpPr>
            <a:spLocks noGrp="1"/>
          </p:cNvSpPr>
          <p:nvPr>
            <p:ph type="ftr" sz="quarter" idx="24"/>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5" name="Slide Number Placeholder 10">
            <a:extLst>
              <a:ext uri="{FF2B5EF4-FFF2-40B4-BE49-F238E27FC236}">
                <a16:creationId xmlns:a16="http://schemas.microsoft.com/office/drawing/2014/main" id="{B1452E53-BD0D-6DD7-E654-7E8FEBAE5AC9}"/>
              </a:ext>
            </a:extLst>
          </p:cNvPr>
          <p:cNvSpPr>
            <a:spLocks noGrp="1"/>
          </p:cNvSpPr>
          <p:nvPr>
            <p:ph type="sldNum" sz="quarter" idx="25"/>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783605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E2DB-1F23-5824-2A69-4B4F2987CF72}"/>
              </a:ext>
            </a:extLst>
          </p:cNvPr>
          <p:cNvSpPr>
            <a:spLocks noGrp="1"/>
          </p:cNvSpPr>
          <p:nvPr>
            <p:ph type="title"/>
          </p:nvPr>
        </p:nvSpPr>
        <p:spPr>
          <a:xfrm>
            <a:off x="374904" y="393192"/>
            <a:ext cx="11433978" cy="413258"/>
          </a:xfrm>
        </p:spPr>
        <p:txBody>
          <a:bodyPr lIns="0" tIns="0" rIns="91440" bIns="0"/>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2F5F25E3-05F0-BB97-FBF5-20ECEB5C633A}"/>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7" name="Slide Number Placeholder 3">
            <a:extLst>
              <a:ext uri="{FF2B5EF4-FFF2-40B4-BE49-F238E27FC236}">
                <a16:creationId xmlns:a16="http://schemas.microsoft.com/office/drawing/2014/main" id="{004279B9-EB7D-69D2-A7FD-04A317C81660}"/>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132441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2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DA90-B23D-3F15-96D1-BFCAC2B2449C}"/>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3" name="Footer Placeholder 2">
            <a:extLst>
              <a:ext uri="{FF2B5EF4-FFF2-40B4-BE49-F238E27FC236}">
                <a16:creationId xmlns:a16="http://schemas.microsoft.com/office/drawing/2014/main" id="{EA0EB469-C1F0-4262-083F-84492EA9F1A7}"/>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6" name="Slide Number Placeholder 3">
            <a:extLst>
              <a:ext uri="{FF2B5EF4-FFF2-40B4-BE49-F238E27FC236}">
                <a16:creationId xmlns:a16="http://schemas.microsoft.com/office/drawing/2014/main" id="{3E430A15-52BF-B9CB-E43C-84C7FC5A8CCF}"/>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2375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88A4B8-9B4C-CB51-9B8E-E581F4F59757}"/>
              </a:ext>
            </a:extLst>
          </p:cNvPr>
          <p:cNvSpPr>
            <a:spLocks noGrp="1"/>
          </p:cNvSpPr>
          <p:nvPr>
            <p:ph type="title"/>
          </p:nvPr>
        </p:nvSpPr>
        <p:spPr>
          <a:xfrm>
            <a:off x="374904" y="393192"/>
            <a:ext cx="11433978" cy="413258"/>
          </a:xfrm>
        </p:spPr>
        <p:txBody>
          <a:bodyPr lIns="0" tIns="0" rIns="91440" bIns="0" anchor="t"/>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4" name="Subtitle 2">
            <a:extLst>
              <a:ext uri="{FF2B5EF4-FFF2-40B4-BE49-F238E27FC236}">
                <a16:creationId xmlns:a16="http://schemas.microsoft.com/office/drawing/2014/main" id="{65F79FF1-A47D-16D3-38EE-3314A30B7308}"/>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7" name="Footer Placeholder 3">
            <a:extLst>
              <a:ext uri="{FF2B5EF4-FFF2-40B4-BE49-F238E27FC236}">
                <a16:creationId xmlns:a16="http://schemas.microsoft.com/office/drawing/2014/main" id="{7CC593AB-46CD-2F96-0132-BC8D515C3E69}"/>
              </a:ext>
            </a:extLst>
          </p:cNvPr>
          <p:cNvSpPr>
            <a:spLocks noGrp="1"/>
          </p:cNvSpPr>
          <p:nvPr>
            <p:ph type="ftr" sz="quarter" idx="14"/>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8" name="Slide Number Placeholder 4">
            <a:extLst>
              <a:ext uri="{FF2B5EF4-FFF2-40B4-BE49-F238E27FC236}">
                <a16:creationId xmlns:a16="http://schemas.microsoft.com/office/drawing/2014/main" id="{03FE658F-4B0F-BA98-49CE-DE401CF468F6}"/>
              </a:ext>
            </a:extLst>
          </p:cNvPr>
          <p:cNvSpPr>
            <a:spLocks noGrp="1"/>
          </p:cNvSpPr>
          <p:nvPr>
            <p:ph type="sldNum" sz="quarter" idx="15"/>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0378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Subtitle, 2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17DC1-3872-4B13-B649-31FA838B249C}"/>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bg1"/>
                </a:solidFill>
              </a:defRPr>
            </a:lvl1pPr>
          </a:lstStyle>
          <a:p>
            <a:r>
              <a:rPr lang="en-US" dirty="0"/>
              <a:t>Click to add</a:t>
            </a:r>
            <a:br>
              <a:rPr lang="en-US" dirty="0"/>
            </a:br>
            <a:r>
              <a:rPr lang="en-US" dirty="0"/>
              <a:t>two-line title</a:t>
            </a:r>
          </a:p>
        </p:txBody>
      </p:sp>
      <p:sp>
        <p:nvSpPr>
          <p:cNvPr id="3" name="Subtitle 2">
            <a:extLst>
              <a:ext uri="{FF2B5EF4-FFF2-40B4-BE49-F238E27FC236}">
                <a16:creationId xmlns:a16="http://schemas.microsoft.com/office/drawing/2014/main" id="{91CC8472-7A80-ECEB-902E-CC9F59521616}"/>
              </a:ext>
            </a:extLst>
          </p:cNvPr>
          <p:cNvSpPr>
            <a:spLocks noGrp="1"/>
          </p:cNvSpPr>
          <p:nvPr>
            <p:ph type="body" sz="quarter" idx="13" hasCustomPrompt="1"/>
          </p:nvPr>
        </p:nvSpPr>
        <p:spPr>
          <a:xfrm>
            <a:off x="374904" y="1216152"/>
            <a:ext cx="11442626" cy="369486"/>
          </a:xfrm>
          <a:prstGeom prst="rect">
            <a:avLst/>
          </a:prstGeom>
        </p:spPr>
        <p:txBody>
          <a:bodyPr vert="horz" lIns="0" tIns="0" rIns="0" bIns="45720" rtlCol="0" anchor="t">
            <a:noAutofit/>
          </a:bodyPr>
          <a:lstStyle>
            <a:lvl1pPr marL="0" indent="0">
              <a:lnSpc>
                <a:spcPct val="100000"/>
              </a:lnSpc>
              <a:spcBef>
                <a:spcPts val="1000"/>
              </a:spcBef>
              <a:spcAft>
                <a:spcPts val="0"/>
              </a:spcAft>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6" name="Footer Placeholder 3">
            <a:extLst>
              <a:ext uri="{FF2B5EF4-FFF2-40B4-BE49-F238E27FC236}">
                <a16:creationId xmlns:a16="http://schemas.microsoft.com/office/drawing/2014/main" id="{D62A6306-B082-7579-E944-3BE4021D4F2A}"/>
              </a:ext>
            </a:extLst>
          </p:cNvPr>
          <p:cNvSpPr>
            <a:spLocks noGrp="1"/>
          </p:cNvSpPr>
          <p:nvPr>
            <p:ph type="ftr" sz="quarter" idx="14"/>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7" name="Slide Number Placeholder 4">
            <a:extLst>
              <a:ext uri="{FF2B5EF4-FFF2-40B4-BE49-F238E27FC236}">
                <a16:creationId xmlns:a16="http://schemas.microsoft.com/office/drawing/2014/main" id="{D54534C6-0B85-0EDB-7947-4F0FD4927D5A}"/>
              </a:ext>
            </a:extLst>
          </p:cNvPr>
          <p:cNvSpPr>
            <a:spLocks noGrp="1"/>
          </p:cNvSpPr>
          <p:nvPr>
            <p:ph type="sldNum" sz="quarter" idx="15"/>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3179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94E7-6484-76ED-85EC-5565D54B869E}"/>
              </a:ext>
            </a:extLst>
          </p:cNvPr>
          <p:cNvSpPr>
            <a:spLocks noGrp="1"/>
          </p:cNvSpPr>
          <p:nvPr>
            <p:ph type="title"/>
          </p:nvPr>
        </p:nvSpPr>
        <p:spPr>
          <a:xfrm>
            <a:off x="374904" y="393192"/>
            <a:ext cx="11433978" cy="413258"/>
          </a:xfrm>
        </p:spPr>
        <p:txBody>
          <a:bodyPr/>
          <a:lstStyle>
            <a:lvl1pPr>
              <a:defRPr>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2A34D92-6086-9699-EB88-935AFC7945C0}"/>
              </a:ext>
            </a:extLst>
          </p:cNvPr>
          <p:cNvSpPr>
            <a:spLocks noGrp="1"/>
          </p:cNvSpPr>
          <p:nvPr>
            <p:ph type="pic" sz="quarter" idx="18" hasCustomPrompt="1"/>
          </p:nvPr>
        </p:nvSpPr>
        <p:spPr>
          <a:xfrm>
            <a:off x="381000" y="999540"/>
            <a:ext cx="7470648" cy="5096460"/>
          </a:xfrm>
          <a:prstGeom prst="rect">
            <a:avLst/>
          </a:prstGeom>
          <a:ln>
            <a:noFill/>
            <a:miter lim="800000"/>
          </a:ln>
        </p:spPr>
        <p:txBody>
          <a:bodyPr anchor="ctr"/>
          <a:lstStyle>
            <a:lvl1pPr marL="0" indent="0" algn="ctr">
              <a:buNone/>
              <a:defRPr>
                <a:solidFill>
                  <a:schemeClr val="bg1"/>
                </a:solidFill>
                <a:latin typeface="+mn-lt"/>
              </a:defRPr>
            </a:lvl1pPr>
          </a:lstStyle>
          <a:p>
            <a:r>
              <a:rPr lang="en-US" dirty="0"/>
              <a:t>Click to add picture</a:t>
            </a:r>
          </a:p>
        </p:txBody>
      </p:sp>
      <p:sp>
        <p:nvSpPr>
          <p:cNvPr id="7" name="Content Placeholder 3">
            <a:extLst>
              <a:ext uri="{FF2B5EF4-FFF2-40B4-BE49-F238E27FC236}">
                <a16:creationId xmlns:a16="http://schemas.microsoft.com/office/drawing/2014/main" id="{FD199DAA-5CD7-8515-2B0D-9B2072CE55AB}"/>
              </a:ext>
            </a:extLst>
          </p:cNvPr>
          <p:cNvSpPr>
            <a:spLocks noGrp="1"/>
          </p:cNvSpPr>
          <p:nvPr>
            <p:ph sz="quarter" idx="22"/>
          </p:nvPr>
        </p:nvSpPr>
        <p:spPr>
          <a:xfrm>
            <a:off x="8294255" y="999540"/>
            <a:ext cx="3479038" cy="5100531"/>
          </a:xfrm>
          <a:prstGeom prst="rect">
            <a:avLst/>
          </a:prstGeom>
          <a:ln>
            <a:noFill/>
            <a:miter lim="800000"/>
          </a:ln>
        </p:spPr>
        <p:txBody>
          <a:bodyPr lIns="0" rIns="0"/>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4">
            <a:extLst>
              <a:ext uri="{FF2B5EF4-FFF2-40B4-BE49-F238E27FC236}">
                <a16:creationId xmlns:a16="http://schemas.microsoft.com/office/drawing/2014/main" id="{B9F82CF8-E8D6-B084-31B6-F84599C9E967}"/>
              </a:ext>
            </a:extLst>
          </p:cNvPr>
          <p:cNvSpPr>
            <a:spLocks noGrp="1"/>
          </p:cNvSpPr>
          <p:nvPr>
            <p:ph type="ftr" sz="quarter" idx="23"/>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0" name="Slide Number Placeholder 5">
            <a:extLst>
              <a:ext uri="{FF2B5EF4-FFF2-40B4-BE49-F238E27FC236}">
                <a16:creationId xmlns:a16="http://schemas.microsoft.com/office/drawing/2014/main" id="{F037A40D-286D-E44A-E16D-E5D84848DEDA}"/>
              </a:ext>
            </a:extLst>
          </p:cNvPr>
          <p:cNvSpPr>
            <a:spLocks noGrp="1"/>
          </p:cNvSpPr>
          <p:nvPr>
            <p:ph type="sldNum" sz="quarter" idx="24"/>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334428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Pictures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B955-17E0-49A4-FCC9-380B177DB882}"/>
              </a:ext>
            </a:extLst>
          </p:cNvPr>
          <p:cNvSpPr>
            <a:spLocks noGrp="1"/>
          </p:cNvSpPr>
          <p:nvPr>
            <p:ph type="title"/>
          </p:nvPr>
        </p:nvSpPr>
        <p:spPr>
          <a:xfrm>
            <a:off x="374904" y="393192"/>
            <a:ext cx="11433978" cy="413258"/>
          </a:xfrm>
        </p:spPr>
        <p:txBody>
          <a:bodyPr/>
          <a:lstStyle>
            <a:lvl1pPr>
              <a:defRPr>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DA8BAC3D-9160-8D10-A8AD-F6D1C3602D49}"/>
              </a:ext>
            </a:extLst>
          </p:cNvPr>
          <p:cNvSpPr>
            <a:spLocks noGrp="1"/>
          </p:cNvSpPr>
          <p:nvPr>
            <p:ph type="pic" sz="quarter" idx="18" hasCustomPrompt="1"/>
          </p:nvPr>
        </p:nvSpPr>
        <p:spPr>
          <a:xfrm>
            <a:off x="381000" y="999540"/>
            <a:ext cx="5562600" cy="3132000"/>
          </a:xfrm>
          <a:prstGeom prst="rect">
            <a:avLst/>
          </a:prstGeom>
        </p:spPr>
        <p:txBody>
          <a:bodyPr anchor="ctr"/>
          <a:lstStyle>
            <a:lvl1pPr marL="0" indent="0" algn="ctr">
              <a:buNone/>
              <a:defRPr>
                <a:solidFill>
                  <a:schemeClr val="bg1"/>
                </a:solidFill>
                <a:latin typeface="+mn-lt"/>
              </a:defRPr>
            </a:lvl1pPr>
          </a:lstStyle>
          <a:p>
            <a:r>
              <a:rPr lang="en-US" dirty="0"/>
              <a:t>Click to add picture</a:t>
            </a:r>
          </a:p>
        </p:txBody>
      </p:sp>
      <p:sp>
        <p:nvSpPr>
          <p:cNvPr id="7" name="Text Placeholder 3">
            <a:extLst>
              <a:ext uri="{FF2B5EF4-FFF2-40B4-BE49-F238E27FC236}">
                <a16:creationId xmlns:a16="http://schemas.microsoft.com/office/drawing/2014/main" id="{397427D6-4C33-E5AD-9308-065EAF596853}"/>
              </a:ext>
            </a:extLst>
          </p:cNvPr>
          <p:cNvSpPr>
            <a:spLocks noGrp="1"/>
          </p:cNvSpPr>
          <p:nvPr>
            <p:ph type="body" sz="quarter" idx="14"/>
          </p:nvPr>
        </p:nvSpPr>
        <p:spPr>
          <a:xfrm>
            <a:off x="374904" y="4181475"/>
            <a:ext cx="5564990" cy="1984375"/>
          </a:xfrm>
          <a:prstGeom prst="rect">
            <a:avLst/>
          </a:prstGeo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4">
            <a:extLst>
              <a:ext uri="{FF2B5EF4-FFF2-40B4-BE49-F238E27FC236}">
                <a16:creationId xmlns:a16="http://schemas.microsoft.com/office/drawing/2014/main" id="{E42F7AF9-6CE2-9A45-B986-0529C9716E35}"/>
              </a:ext>
            </a:extLst>
          </p:cNvPr>
          <p:cNvSpPr>
            <a:spLocks noGrp="1"/>
          </p:cNvSpPr>
          <p:nvPr>
            <p:ph type="pic" sz="quarter" idx="20" hasCustomPrompt="1"/>
          </p:nvPr>
        </p:nvSpPr>
        <p:spPr>
          <a:xfrm>
            <a:off x="6222013" y="985963"/>
            <a:ext cx="5562000" cy="3132000"/>
          </a:xfrm>
          <a:prstGeom prst="rect">
            <a:avLst/>
          </a:prstGeom>
        </p:spPr>
        <p:txBody>
          <a:bodyPr anchor="ctr"/>
          <a:lstStyle>
            <a:lvl1pPr marL="0" indent="0" algn="ctr">
              <a:buNone/>
              <a:defRPr>
                <a:solidFill>
                  <a:schemeClr val="bg1"/>
                </a:solidFill>
                <a:latin typeface="+mn-lt"/>
              </a:defRPr>
            </a:lvl1pPr>
          </a:lstStyle>
          <a:p>
            <a:r>
              <a:rPr lang="en-US" dirty="0"/>
              <a:t>Click to add picture</a:t>
            </a:r>
          </a:p>
        </p:txBody>
      </p:sp>
      <p:sp>
        <p:nvSpPr>
          <p:cNvPr id="9" name="Text Placeholder 5">
            <a:extLst>
              <a:ext uri="{FF2B5EF4-FFF2-40B4-BE49-F238E27FC236}">
                <a16:creationId xmlns:a16="http://schemas.microsoft.com/office/drawing/2014/main" id="{2D07A031-DE57-D8CC-5AA1-699573A8A10D}"/>
              </a:ext>
            </a:extLst>
          </p:cNvPr>
          <p:cNvSpPr>
            <a:spLocks noGrp="1"/>
          </p:cNvSpPr>
          <p:nvPr>
            <p:ph type="body" sz="quarter" idx="25"/>
          </p:nvPr>
        </p:nvSpPr>
        <p:spPr>
          <a:xfrm>
            <a:off x="6219023" y="4131540"/>
            <a:ext cx="5564990" cy="2034310"/>
          </a:xfrm>
          <a:prstGeom prst="rect">
            <a:avLst/>
          </a:prstGeo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6">
            <a:extLst>
              <a:ext uri="{FF2B5EF4-FFF2-40B4-BE49-F238E27FC236}">
                <a16:creationId xmlns:a16="http://schemas.microsoft.com/office/drawing/2014/main" id="{8E8188AB-624D-3E71-96A5-5408E3200A4B}"/>
              </a:ext>
            </a:extLst>
          </p:cNvPr>
          <p:cNvSpPr>
            <a:spLocks noGrp="1"/>
          </p:cNvSpPr>
          <p:nvPr>
            <p:ph type="ftr" sz="quarter" idx="26"/>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1" name="Slide Number Placeholder 7">
            <a:extLst>
              <a:ext uri="{FF2B5EF4-FFF2-40B4-BE49-F238E27FC236}">
                <a16:creationId xmlns:a16="http://schemas.microsoft.com/office/drawing/2014/main" id="{36F9D624-857D-0AE0-E27C-4F89BCB2EEA4}"/>
              </a:ext>
            </a:extLst>
          </p:cNvPr>
          <p:cNvSpPr>
            <a:spLocks noGrp="1"/>
          </p:cNvSpPr>
          <p:nvPr>
            <p:ph type="sldNum" sz="quarter" idx="27"/>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7419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Pictures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BF89-5C1B-C565-F3DF-FE0151139CCA}"/>
              </a:ext>
            </a:extLst>
          </p:cNvPr>
          <p:cNvSpPr>
            <a:spLocks noGrp="1"/>
          </p:cNvSpPr>
          <p:nvPr>
            <p:ph type="title"/>
          </p:nvPr>
        </p:nvSpPr>
        <p:spPr>
          <a:xfrm>
            <a:off x="374904" y="393192"/>
            <a:ext cx="11433978" cy="413258"/>
          </a:xfrm>
        </p:spPr>
        <p:txBody>
          <a:bodyPr/>
          <a:lstStyle>
            <a:lvl1pPr>
              <a:defRPr>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D010AD-3DBD-384B-C630-5EA20ED6F515}"/>
              </a:ext>
            </a:extLst>
          </p:cNvPr>
          <p:cNvSpPr>
            <a:spLocks noGrp="1"/>
          </p:cNvSpPr>
          <p:nvPr>
            <p:ph type="pic" sz="quarter" idx="18" hasCustomPrompt="1"/>
          </p:nvPr>
        </p:nvSpPr>
        <p:spPr>
          <a:xfrm>
            <a:off x="379447" y="999540"/>
            <a:ext cx="3678308" cy="3132000"/>
          </a:xfrm>
          <a:prstGeom prst="rect">
            <a:avLst/>
          </a:prstGeom>
        </p:spPr>
        <p:txBody>
          <a:bodyPr anchor="ctr"/>
          <a:lstStyle>
            <a:lvl1pPr marL="0" indent="0" algn="ctr">
              <a:buNone/>
              <a:defRPr>
                <a:solidFill>
                  <a:schemeClr val="bg1"/>
                </a:solidFill>
                <a:latin typeface="+mn-lt"/>
              </a:defRPr>
            </a:lvl1pPr>
          </a:lstStyle>
          <a:p>
            <a:r>
              <a:rPr lang="en-US" dirty="0"/>
              <a:t>Click to add picture</a:t>
            </a:r>
          </a:p>
        </p:txBody>
      </p:sp>
      <p:sp>
        <p:nvSpPr>
          <p:cNvPr id="7" name="Text Placeholder 3">
            <a:extLst>
              <a:ext uri="{FF2B5EF4-FFF2-40B4-BE49-F238E27FC236}">
                <a16:creationId xmlns:a16="http://schemas.microsoft.com/office/drawing/2014/main" id="{E7D5D8CD-AC64-8DD9-D96E-CD3D1288EA2D}"/>
              </a:ext>
            </a:extLst>
          </p:cNvPr>
          <p:cNvSpPr>
            <a:spLocks noGrp="1"/>
          </p:cNvSpPr>
          <p:nvPr>
            <p:ph type="body" sz="quarter" idx="14"/>
          </p:nvPr>
        </p:nvSpPr>
        <p:spPr>
          <a:xfrm>
            <a:off x="374904" y="4184650"/>
            <a:ext cx="3684404" cy="1981200"/>
          </a:xfrm>
          <a:prstGeom prst="rect">
            <a:avLst/>
          </a:prstGeo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marL="540000" indent="0">
              <a:buNone/>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8" name="Picture Placeholder 4">
            <a:extLst>
              <a:ext uri="{FF2B5EF4-FFF2-40B4-BE49-F238E27FC236}">
                <a16:creationId xmlns:a16="http://schemas.microsoft.com/office/drawing/2014/main" id="{F91F99F8-475F-3BBE-CD79-59B182D9E468}"/>
              </a:ext>
            </a:extLst>
          </p:cNvPr>
          <p:cNvSpPr>
            <a:spLocks noGrp="1"/>
          </p:cNvSpPr>
          <p:nvPr>
            <p:ph type="pic" sz="quarter" idx="20" hasCustomPrompt="1"/>
          </p:nvPr>
        </p:nvSpPr>
        <p:spPr>
          <a:xfrm>
            <a:off x="4239004" y="999540"/>
            <a:ext cx="3678308" cy="3132000"/>
          </a:xfrm>
          <a:prstGeom prst="rect">
            <a:avLst/>
          </a:prstGeom>
        </p:spPr>
        <p:txBody>
          <a:bodyPr anchor="ctr"/>
          <a:lstStyle>
            <a:lvl1pPr marL="0" indent="0" algn="ctr">
              <a:buNone/>
              <a:defRPr>
                <a:solidFill>
                  <a:schemeClr val="bg1"/>
                </a:solidFill>
                <a:latin typeface="+mn-lt"/>
              </a:defRPr>
            </a:lvl1pPr>
          </a:lstStyle>
          <a:p>
            <a:r>
              <a:rPr lang="en-US" dirty="0"/>
              <a:t>Click to add picture</a:t>
            </a:r>
          </a:p>
        </p:txBody>
      </p:sp>
      <p:sp>
        <p:nvSpPr>
          <p:cNvPr id="9" name="Text Placeholder 5">
            <a:extLst>
              <a:ext uri="{FF2B5EF4-FFF2-40B4-BE49-F238E27FC236}">
                <a16:creationId xmlns:a16="http://schemas.microsoft.com/office/drawing/2014/main" id="{BDBCC042-34E0-92C1-55A9-35A8BA1443E6}"/>
              </a:ext>
            </a:extLst>
          </p:cNvPr>
          <p:cNvSpPr>
            <a:spLocks noGrp="1"/>
          </p:cNvSpPr>
          <p:nvPr>
            <p:ph type="body" sz="quarter" idx="25"/>
          </p:nvPr>
        </p:nvSpPr>
        <p:spPr>
          <a:xfrm>
            <a:off x="4232908" y="4184650"/>
            <a:ext cx="3684404" cy="1981200"/>
          </a:xfrm>
          <a:prstGeom prst="rect">
            <a:avLst/>
          </a:prstGeo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10" name="Picture Placeholder 6">
            <a:extLst>
              <a:ext uri="{FF2B5EF4-FFF2-40B4-BE49-F238E27FC236}">
                <a16:creationId xmlns:a16="http://schemas.microsoft.com/office/drawing/2014/main" id="{EB196377-0D8C-5CB8-6C16-6FD870842C0E}"/>
              </a:ext>
            </a:extLst>
          </p:cNvPr>
          <p:cNvSpPr>
            <a:spLocks noGrp="1"/>
          </p:cNvSpPr>
          <p:nvPr>
            <p:ph type="pic" sz="quarter" idx="22" hasCustomPrompt="1"/>
          </p:nvPr>
        </p:nvSpPr>
        <p:spPr>
          <a:xfrm>
            <a:off x="8097009" y="999540"/>
            <a:ext cx="3678308" cy="3132000"/>
          </a:xfrm>
          <a:prstGeom prst="rect">
            <a:avLst/>
          </a:prstGeom>
        </p:spPr>
        <p:txBody>
          <a:bodyPr anchor="ctr"/>
          <a:lstStyle>
            <a:lvl1pPr marL="0" indent="0" algn="ctr">
              <a:buNone/>
              <a:defRPr>
                <a:solidFill>
                  <a:schemeClr val="bg1"/>
                </a:solidFill>
                <a:latin typeface="+mn-lt"/>
              </a:defRPr>
            </a:lvl1pPr>
          </a:lstStyle>
          <a:p>
            <a:r>
              <a:rPr lang="en-US" dirty="0"/>
              <a:t>Click to add picture</a:t>
            </a:r>
          </a:p>
        </p:txBody>
      </p:sp>
      <p:sp>
        <p:nvSpPr>
          <p:cNvPr id="11" name="Text Placeholder 7">
            <a:extLst>
              <a:ext uri="{FF2B5EF4-FFF2-40B4-BE49-F238E27FC236}">
                <a16:creationId xmlns:a16="http://schemas.microsoft.com/office/drawing/2014/main" id="{C0183074-D270-9299-8C38-F6DCAB4F2CEC}"/>
              </a:ext>
            </a:extLst>
          </p:cNvPr>
          <p:cNvSpPr>
            <a:spLocks noGrp="1"/>
          </p:cNvSpPr>
          <p:nvPr>
            <p:ph type="body" sz="quarter" idx="26"/>
          </p:nvPr>
        </p:nvSpPr>
        <p:spPr>
          <a:xfrm>
            <a:off x="8090912" y="4184650"/>
            <a:ext cx="3684405" cy="1981200"/>
          </a:xfrm>
          <a:prstGeom prst="rect">
            <a:avLst/>
          </a:prstGeom>
        </p:spPr>
        <p:txBody>
          <a:bodyPr/>
          <a:lstStyle>
            <a:lvl1pPr marL="0" indent="0">
              <a:buNone/>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14" name="Footer Placeholder 8">
            <a:extLst>
              <a:ext uri="{FF2B5EF4-FFF2-40B4-BE49-F238E27FC236}">
                <a16:creationId xmlns:a16="http://schemas.microsoft.com/office/drawing/2014/main" id="{266C12F1-FE4F-5EBC-9B3A-130667772102}"/>
              </a:ext>
            </a:extLst>
          </p:cNvPr>
          <p:cNvSpPr>
            <a:spLocks noGrp="1"/>
          </p:cNvSpPr>
          <p:nvPr>
            <p:ph type="ftr" sz="quarter" idx="27"/>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6" name="Slide Number Placeholder 9">
            <a:extLst>
              <a:ext uri="{FF2B5EF4-FFF2-40B4-BE49-F238E27FC236}">
                <a16:creationId xmlns:a16="http://schemas.microsoft.com/office/drawing/2014/main" id="{EC24F9F4-D88F-DAD0-8097-9EF76B6A3144}"/>
              </a:ext>
            </a:extLst>
          </p:cNvPr>
          <p:cNvSpPr>
            <a:spLocks noGrp="1"/>
          </p:cNvSpPr>
          <p:nvPr>
            <p:ph type="sldNum" sz="quarter" idx="28"/>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31632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ultipurpos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4F15E62-4340-4C3B-9EAF-B8F687983045}"/>
              </a:ext>
            </a:extLst>
          </p:cNvPr>
          <p:cNvSpPr>
            <a:spLocks noGrp="1"/>
          </p:cNvSpPr>
          <p:nvPr>
            <p:ph type="title"/>
          </p:nvPr>
        </p:nvSpPr>
        <p:spPr>
          <a:xfrm>
            <a:off x="374904" y="393192"/>
            <a:ext cx="11433978" cy="415498"/>
          </a:xfrm>
        </p:spPr>
        <p:txBody>
          <a:bodyPr lIns="0" tIns="0" rIns="91440" bIns="0" anchor="t"/>
          <a:lstStyle>
            <a:lvl1pPr>
              <a:lnSpc>
                <a:spcPct val="90000"/>
              </a:lnSpc>
              <a:spcBef>
                <a:spcPct val="0"/>
              </a:spcBef>
              <a:spcAft>
                <a:spcPts val="0"/>
              </a:spcAft>
              <a:defRPr sz="3000">
                <a:solidFill>
                  <a:schemeClr val="bg1"/>
                </a:solidFill>
              </a:defRPr>
            </a:lvl1pPr>
          </a:lstStyle>
          <a:p>
            <a:r>
              <a:rPr lang="en-US"/>
              <a:t>Click to edit Master title style</a:t>
            </a:r>
            <a:endParaRPr lang="en-US" dirty="0"/>
          </a:p>
        </p:txBody>
      </p:sp>
      <p:sp>
        <p:nvSpPr>
          <p:cNvPr id="4" name="Subtitle 2">
            <a:extLst>
              <a:ext uri="{FF2B5EF4-FFF2-40B4-BE49-F238E27FC236}">
                <a16:creationId xmlns:a16="http://schemas.microsoft.com/office/drawing/2014/main" id="{13A79B39-8B84-5620-5F9B-3E08F3DC694C}"/>
              </a:ext>
            </a:extLst>
          </p:cNvPr>
          <p:cNvSpPr>
            <a:spLocks noGrp="1"/>
          </p:cNvSpPr>
          <p:nvPr>
            <p:ph type="body" sz="quarter" idx="17"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Font typeface="" panose="020B0604020202020204" pitchFamily="34" charset="0"/>
              <a:buNone/>
              <a:defRPr sz="2000" baseline="0" dirty="0">
                <a:solidFill>
                  <a:schemeClr val="bg1"/>
                </a:solidFill>
                <a:latin typeface="+mn-lt"/>
              </a:defRPr>
            </a:lvl1pPr>
          </a:lstStyle>
          <a:p>
            <a:pPr marL="182880" lvl="0" indent="-182880">
              <a:spcBef>
                <a:spcPts val="0"/>
              </a:spcBef>
            </a:pPr>
            <a:r>
              <a:rPr lang="en-US" dirty="0"/>
              <a:t>Click to add one-line subtitle</a:t>
            </a:r>
          </a:p>
        </p:txBody>
      </p:sp>
      <p:sp>
        <p:nvSpPr>
          <p:cNvPr id="9" name="Text Placeholder 3">
            <a:extLst>
              <a:ext uri="{FF2B5EF4-FFF2-40B4-BE49-F238E27FC236}">
                <a16:creationId xmlns:a16="http://schemas.microsoft.com/office/drawing/2014/main" id="{CFEAD04A-5F1C-81B8-D120-225FF0C37A00}"/>
              </a:ext>
            </a:extLst>
          </p:cNvPr>
          <p:cNvSpPr>
            <a:spLocks noGrp="1"/>
          </p:cNvSpPr>
          <p:nvPr>
            <p:ph type="body" sz="quarter" idx="14"/>
          </p:nvPr>
        </p:nvSpPr>
        <p:spPr>
          <a:xfrm>
            <a:off x="374905" y="1541418"/>
            <a:ext cx="3393532" cy="4729842"/>
          </a:xfrm>
          <a:prstGeom prst="rect">
            <a:avLst/>
          </a:prstGeom>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34FB168-7E09-2EAF-55E9-294BF9C8E688}"/>
              </a:ext>
            </a:extLst>
          </p:cNvPr>
          <p:cNvSpPr>
            <a:spLocks noGrp="1"/>
          </p:cNvSpPr>
          <p:nvPr>
            <p:ph sz="quarter" idx="13"/>
          </p:nvPr>
        </p:nvSpPr>
        <p:spPr>
          <a:xfrm>
            <a:off x="4100945" y="1533798"/>
            <a:ext cx="7707937" cy="4737462"/>
          </a:xfrm>
          <a:prstGeom prst="rect">
            <a:avLst/>
          </a:prstGeom>
        </p:spPr>
        <p:txBody>
          <a:bodyPr lIns="0" tIns="45720" rIns="0" bIns="45720" anchor="ctr"/>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5">
            <a:extLst>
              <a:ext uri="{FF2B5EF4-FFF2-40B4-BE49-F238E27FC236}">
                <a16:creationId xmlns:a16="http://schemas.microsoft.com/office/drawing/2014/main" id="{1D3D268F-3D95-4DBF-1EA2-551B00F368AC}"/>
              </a:ext>
            </a:extLst>
          </p:cNvPr>
          <p:cNvSpPr>
            <a:spLocks noGrp="1"/>
          </p:cNvSpPr>
          <p:nvPr>
            <p:ph type="ftr" sz="quarter" idx="18"/>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3" name="Slide Number Placeholder 6">
            <a:extLst>
              <a:ext uri="{FF2B5EF4-FFF2-40B4-BE49-F238E27FC236}">
                <a16:creationId xmlns:a16="http://schemas.microsoft.com/office/drawing/2014/main" id="{B353E9C5-F1B6-7783-FDEC-5B764C0CA9D3}"/>
              </a:ext>
            </a:extLst>
          </p:cNvPr>
          <p:cNvSpPr>
            <a:spLocks noGrp="1"/>
          </p:cNvSpPr>
          <p:nvPr>
            <p:ph type="sldNum" sz="quarter" idx="19"/>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039092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Picture and Data">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ED671C-DBE6-7C82-10BA-E41BD5ADFB69}"/>
              </a:ext>
            </a:extLst>
          </p:cNvPr>
          <p:cNvSpPr>
            <a:spLocks noGrp="1"/>
          </p:cNvSpPr>
          <p:nvPr>
            <p:ph type="title" hasCustomPrompt="1"/>
          </p:nvPr>
        </p:nvSpPr>
        <p:spPr>
          <a:xfrm>
            <a:off x="374904" y="393192"/>
            <a:ext cx="3462615" cy="841248"/>
          </a:xfrm>
        </p:spPr>
        <p:txBody>
          <a:bodyPr/>
          <a:lstStyle>
            <a:lvl1pPr>
              <a:lnSpc>
                <a:spcPct val="100000"/>
              </a:lnSpc>
              <a:defRPr>
                <a:solidFill>
                  <a:schemeClr val="bg1"/>
                </a:solidFill>
              </a:defRPr>
            </a:lvl1pPr>
          </a:lstStyle>
          <a:p>
            <a:r>
              <a:rPr lang="pl-PL" dirty="0"/>
              <a:t>Title and</a:t>
            </a:r>
            <a:br>
              <a:rPr lang="pl-PL" dirty="0"/>
            </a:br>
            <a:r>
              <a:rPr lang="pl-PL" dirty="0"/>
              <a:t>c</a:t>
            </a:r>
            <a:r>
              <a:rPr lang="en-US" dirty="0" err="1"/>
              <a:t>ontent</a:t>
            </a:r>
            <a:r>
              <a:rPr lang="pl-PL" dirty="0"/>
              <a:t> only</a:t>
            </a:r>
            <a:endParaRPr lang="en-US" dirty="0"/>
          </a:p>
        </p:txBody>
      </p:sp>
      <p:sp>
        <p:nvSpPr>
          <p:cNvPr id="9" name="Text Placeholder 2">
            <a:extLst>
              <a:ext uri="{FF2B5EF4-FFF2-40B4-BE49-F238E27FC236}">
                <a16:creationId xmlns:a16="http://schemas.microsoft.com/office/drawing/2014/main" id="{A40798B6-A507-8EF8-4608-5AE64A501575}"/>
              </a:ext>
            </a:extLst>
          </p:cNvPr>
          <p:cNvSpPr>
            <a:spLocks noGrp="1"/>
          </p:cNvSpPr>
          <p:nvPr>
            <p:ph type="body" sz="quarter" idx="16"/>
          </p:nvPr>
        </p:nvSpPr>
        <p:spPr>
          <a:xfrm>
            <a:off x="374905" y="1541418"/>
            <a:ext cx="3462614" cy="4729842"/>
          </a:xfrm>
          <a:prstGeom prst="rect">
            <a:avLst/>
          </a:prstGeom>
        </p:spPr>
        <p:txBody>
          <a:bodyPr lIns="0" tIns="45720" rIns="0" bIns="45720"/>
          <a:lstStyle>
            <a:lvl1pPr>
              <a:spcAft>
                <a:spcPts val="0"/>
              </a:spcAft>
              <a:defRPr>
                <a:solidFill>
                  <a:schemeClr val="bg1"/>
                </a:solidFill>
                <a:latin typeface="+mn-lt"/>
              </a:defRPr>
            </a:lvl1pPr>
            <a:lvl2pPr>
              <a:spcAft>
                <a:spcPts val="0"/>
              </a:spcAft>
              <a:defRPr>
                <a:solidFill>
                  <a:schemeClr val="bg1"/>
                </a:solidFill>
                <a:latin typeface="+mn-lt"/>
              </a:defRPr>
            </a:lvl2pPr>
            <a:lvl3pPr>
              <a:spcAft>
                <a:spcPts val="0"/>
              </a:spcAft>
              <a:defRPr>
                <a:solidFill>
                  <a:schemeClr val="bg1"/>
                </a:solidFill>
                <a:latin typeface="+mn-lt"/>
              </a:defRPr>
            </a:lvl3pPr>
            <a:lvl4pPr>
              <a:spcAft>
                <a:spcPts val="0"/>
              </a:spcAft>
              <a:defRPr>
                <a:solidFill>
                  <a:schemeClr val="bg1"/>
                </a:solidFill>
                <a:latin typeface="+mn-lt"/>
              </a:defRPr>
            </a:lvl4pPr>
            <a:lvl5pPr>
              <a:spcAft>
                <a:spcPts val="0"/>
              </a:spcAft>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3">
            <a:extLst>
              <a:ext uri="{FF2B5EF4-FFF2-40B4-BE49-F238E27FC236}">
                <a16:creationId xmlns:a16="http://schemas.microsoft.com/office/drawing/2014/main" id="{F3D244D9-326C-937C-4B8E-43F52273E328}"/>
              </a:ext>
            </a:extLst>
          </p:cNvPr>
          <p:cNvSpPr>
            <a:spLocks noGrp="1" noRot="1" noMove="1" noResize="1" noEditPoints="1" noAdjustHandles="1" noChangeArrowheads="1" noChangeShapeType="1"/>
          </p:cNvSpPr>
          <p:nvPr>
            <p:ph type="pic" sz="quarter" idx="12"/>
          </p:nvPr>
        </p:nvSpPr>
        <p:spPr>
          <a:xfrm>
            <a:off x="4210050" y="0"/>
            <a:ext cx="7981950" cy="6858000"/>
          </a:xfrm>
          <a:prstGeom prst="rect">
            <a:avLst/>
          </a:prstGeom>
          <a:solidFill>
            <a:schemeClr val="bg1">
              <a:lumMod val="50000"/>
            </a:schemeClr>
          </a:solidFill>
        </p:spPr>
        <p:txBody>
          <a:bodyPr/>
          <a:lstStyle>
            <a:lvl1pPr>
              <a:defRPr sz="1400">
                <a:solidFill>
                  <a:schemeClr val="bg1"/>
                </a:solidFill>
              </a:defRPr>
            </a:lvl1pPr>
          </a:lstStyle>
          <a:p>
            <a:r>
              <a:rPr lang="en-US"/>
              <a:t>Click icon to add picture</a:t>
            </a:r>
            <a:endParaRPr lang="en-US" dirty="0"/>
          </a:p>
        </p:txBody>
      </p:sp>
      <p:sp>
        <p:nvSpPr>
          <p:cNvPr id="14" name="Number Text Placeholder 4">
            <a:extLst>
              <a:ext uri="{FF2B5EF4-FFF2-40B4-BE49-F238E27FC236}">
                <a16:creationId xmlns:a16="http://schemas.microsoft.com/office/drawing/2014/main" id="{C8956EBD-8393-95D1-85FB-895F28E855C3}"/>
              </a:ext>
            </a:extLst>
          </p:cNvPr>
          <p:cNvSpPr>
            <a:spLocks noGrp="1"/>
          </p:cNvSpPr>
          <p:nvPr>
            <p:ph type="body" sz="quarter" idx="13" hasCustomPrompt="1"/>
          </p:nvPr>
        </p:nvSpPr>
        <p:spPr>
          <a:xfrm>
            <a:off x="8294255" y="4073237"/>
            <a:ext cx="3897745" cy="2784764"/>
          </a:xfrm>
          <a:prstGeom prst="rect">
            <a:avLst/>
          </a:prstGeom>
          <a:gradFill flip="none" rotWithShape="1">
            <a:gsLst>
              <a:gs pos="14000">
                <a:srgbClr val="05CC93"/>
              </a:gs>
              <a:gs pos="39000">
                <a:srgbClr val="05CC93">
                  <a:alpha val="80353"/>
                </a:srgbClr>
              </a:gs>
              <a:gs pos="85000">
                <a:schemeClr val="bg1">
                  <a:alpha val="0"/>
                </a:schemeClr>
              </a:gs>
            </a:gsLst>
            <a:lin ang="2700000" scaled="1"/>
            <a:tileRect/>
          </a:gradFill>
        </p:spPr>
        <p:txBody>
          <a:bodyPr vert="horz" lIns="274320" tIns="274320" rIns="182880" bIns="182880" rtlCol="0">
            <a:noAutofit/>
          </a:bodyPr>
          <a:lstStyle>
            <a:lvl1pPr>
              <a:defRPr lang="en-US" sz="6000" dirty="0">
                <a:solidFill>
                  <a:schemeClr val="bg1"/>
                </a:solidFill>
                <a:latin typeface="HPE Graphik Light" pitchFamily="50" charset="0"/>
              </a:defRPr>
            </a:lvl1pPr>
            <a:lvl2pPr>
              <a:defRPr lang="en-US" dirty="0">
                <a:solidFill>
                  <a:schemeClr val="tx1"/>
                </a:solidFill>
              </a:defRPr>
            </a:lvl2pPr>
          </a:lstStyle>
          <a:p>
            <a:pPr lvl="0">
              <a:lnSpc>
                <a:spcPct val="90000"/>
              </a:lnSpc>
            </a:pPr>
            <a:r>
              <a:rPr lang="en-US" dirty="0"/>
              <a:t>XX%</a:t>
            </a:r>
          </a:p>
        </p:txBody>
      </p:sp>
      <p:sp>
        <p:nvSpPr>
          <p:cNvPr id="10" name="Text Placeholder 5">
            <a:extLst>
              <a:ext uri="{FF2B5EF4-FFF2-40B4-BE49-F238E27FC236}">
                <a16:creationId xmlns:a16="http://schemas.microsoft.com/office/drawing/2014/main" id="{747B3219-C76C-393B-3C71-13CD7DBDD265}"/>
              </a:ext>
            </a:extLst>
          </p:cNvPr>
          <p:cNvSpPr>
            <a:spLocks noGrp="1"/>
          </p:cNvSpPr>
          <p:nvPr>
            <p:ph type="body" sz="quarter" idx="17"/>
          </p:nvPr>
        </p:nvSpPr>
        <p:spPr>
          <a:xfrm>
            <a:off x="8586788" y="5251730"/>
            <a:ext cx="3230307" cy="885389"/>
          </a:xfrm>
          <a:prstGeom prst="rect">
            <a:avLst/>
          </a:prstGeom>
        </p:spPr>
        <p:txBody>
          <a:bodyPr/>
          <a:lstStyle>
            <a:lvl1pPr>
              <a:lnSpc>
                <a:spcPct val="80000"/>
              </a:lnSpc>
              <a:defRPr>
                <a:solidFill>
                  <a:schemeClr val="bg1"/>
                </a:solidFill>
                <a:latin typeface="+mn-lt"/>
              </a:defRPr>
            </a:lvl1pPr>
          </a:lstStyle>
          <a:p>
            <a:pPr lvl="0"/>
            <a:r>
              <a:rPr lang="en-US"/>
              <a:t>Click to edit Master text styles</a:t>
            </a:r>
          </a:p>
        </p:txBody>
      </p:sp>
      <p:sp>
        <p:nvSpPr>
          <p:cNvPr id="12" name="Footer Placeholder 6">
            <a:extLst>
              <a:ext uri="{FF2B5EF4-FFF2-40B4-BE49-F238E27FC236}">
                <a16:creationId xmlns:a16="http://schemas.microsoft.com/office/drawing/2014/main" id="{E4537DF4-22F5-7D54-CA0F-311BD24F623C}"/>
              </a:ext>
            </a:extLst>
          </p:cNvPr>
          <p:cNvSpPr>
            <a:spLocks noGrp="1"/>
          </p:cNvSpPr>
          <p:nvPr>
            <p:ph type="ftr" sz="quarter" idx="14"/>
          </p:nvPr>
        </p:nvSpPr>
        <p:spPr>
          <a:xfrm>
            <a:off x="5071873" y="6402310"/>
            <a:ext cx="6217666" cy="190500"/>
          </a:xfrm>
        </p:spPr>
        <p:txBody>
          <a:bodyPr/>
          <a:lstStyle>
            <a:lvl1pPr>
              <a:defRPr>
                <a:solidFill>
                  <a:schemeClr val="bg1"/>
                </a:solidFill>
                <a:latin typeface="+mn-lt"/>
              </a:defRPr>
            </a:lvl1pPr>
          </a:lstStyle>
          <a:p>
            <a:pPr algn="r"/>
            <a:r>
              <a:rPr lang="en-US"/>
              <a:t>HPE Internal Use Only</a:t>
            </a:r>
            <a:endParaRPr lang="en-US" dirty="0"/>
          </a:p>
        </p:txBody>
      </p:sp>
      <p:sp>
        <p:nvSpPr>
          <p:cNvPr id="13" name="Slide Number Placeholder 7">
            <a:extLst>
              <a:ext uri="{FF2B5EF4-FFF2-40B4-BE49-F238E27FC236}">
                <a16:creationId xmlns:a16="http://schemas.microsoft.com/office/drawing/2014/main" id="{8FBD2B2E-58B2-7EA8-1450-6047724025B1}"/>
              </a:ext>
            </a:extLst>
          </p:cNvPr>
          <p:cNvSpPr>
            <a:spLocks noGrp="1"/>
          </p:cNvSpPr>
          <p:nvPr>
            <p:ph type="sldNum" sz="quarter" idx="15"/>
          </p:nvPr>
        </p:nvSpPr>
        <p:spPr>
          <a:xfrm>
            <a:off x="11468100" y="6402310"/>
            <a:ext cx="340782" cy="190500"/>
          </a:xfrm>
        </p:spPr>
        <p:txBody>
          <a:bodyPr/>
          <a:lstStyle>
            <a:lvl1pPr>
              <a:defRPr>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039566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CBED57-19AD-707F-6DA8-8B468453C59B}"/>
              </a:ext>
            </a:extLst>
          </p:cNvPr>
          <p:cNvSpPr>
            <a:spLocks noGrp="1"/>
          </p:cNvSpPr>
          <p:nvPr>
            <p:ph type="ftr" sz="quarter" idx="10"/>
          </p:nvPr>
        </p:nvSpPr>
        <p:spPr>
          <a:xfrm>
            <a:off x="5071873" y="6402310"/>
            <a:ext cx="6217666" cy="190500"/>
          </a:xfrm>
          <a:prstGeom prst="rect">
            <a:avLst/>
          </a:prstGeom>
        </p:spPr>
        <p:txBody>
          <a:bodyPr/>
          <a:lstStyle>
            <a:lvl1pPr>
              <a:defRPr>
                <a:solidFill>
                  <a:schemeClr val="bg1"/>
                </a:solidFill>
              </a:defRPr>
            </a:lvl1pPr>
          </a:lstStyle>
          <a:p>
            <a:pPr algn="r"/>
            <a:r>
              <a:rPr lang="en-US"/>
              <a:t>HPE Internal Use Only</a:t>
            </a:r>
            <a:endParaRPr lang="en-US" dirty="0"/>
          </a:p>
        </p:txBody>
      </p:sp>
      <p:sp>
        <p:nvSpPr>
          <p:cNvPr id="5" name="Slide Number Placeholder 2">
            <a:extLst>
              <a:ext uri="{FF2B5EF4-FFF2-40B4-BE49-F238E27FC236}">
                <a16:creationId xmlns:a16="http://schemas.microsoft.com/office/drawing/2014/main" id="{0136B64A-A8CA-B4F8-1ED1-53DA9C290E0D}"/>
              </a:ext>
            </a:extLst>
          </p:cNvPr>
          <p:cNvSpPr>
            <a:spLocks noGrp="1"/>
          </p:cNvSpPr>
          <p:nvPr>
            <p:ph type="sldNum" sz="quarter" idx="11"/>
          </p:nvPr>
        </p:nvSpPr>
        <p:spPr>
          <a:xfrm>
            <a:off x="11468100" y="6402310"/>
            <a:ext cx="340782" cy="190500"/>
          </a:xfrm>
          <a:prstGeom prst="rect">
            <a:avLst/>
          </a:prstGeo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191412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965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Edge-To-Edge Picture">
    <p:bg>
      <p:bgPr>
        <a:solidFill>
          <a:schemeClr val="bg1">
            <a:lumMod val="50000"/>
          </a:schemeClr>
        </a:solidFill>
        <a:effectLst/>
      </p:bgPr>
    </p:bg>
    <p:spTree>
      <p:nvGrpSpPr>
        <p:cNvPr id="1" name=""/>
        <p:cNvGrpSpPr/>
        <p:nvPr/>
      </p:nvGrpSpPr>
      <p:grpSpPr>
        <a:xfrm>
          <a:off x="0" y="0"/>
          <a:ext cx="0" cy="0"/>
          <a:chOff x="0" y="0"/>
          <a:chExt cx="0" cy="0"/>
        </a:xfrm>
      </p:grpSpPr>
      <p:sp>
        <p:nvSpPr>
          <p:cNvPr id="15" name="Picture Placeholder 1"/>
          <p:cNvSpPr>
            <a:spLocks noGrp="1"/>
          </p:cNvSpPr>
          <p:nvPr>
            <p:ph type="pic" sz="quarter" idx="18" hasCustomPrompt="1"/>
          </p:nvPr>
        </p:nvSpPr>
        <p:spPr>
          <a:xfrm>
            <a:off x="0" y="0"/>
            <a:ext cx="12192000" cy="6858000"/>
          </a:xfrm>
          <a:prstGeom prst="rect">
            <a:avLst/>
          </a:prstGeom>
          <a:ln>
            <a:noFill/>
            <a:miter lim="800000"/>
          </a:ln>
        </p:spPr>
        <p:txBody>
          <a:bodyPr anchor="ctr"/>
          <a:lstStyle>
            <a:lvl1pPr marL="0" indent="0" algn="ctr">
              <a:buNone/>
              <a:defRPr>
                <a:solidFill>
                  <a:schemeClr val="bg1"/>
                </a:solidFill>
                <a:latin typeface="+mn-lt"/>
              </a:defRPr>
            </a:lvl1pPr>
          </a:lstStyle>
          <a:p>
            <a:r>
              <a:rPr lang="en-US" dirty="0"/>
              <a:t>Click to add picture</a:t>
            </a:r>
          </a:p>
        </p:txBody>
      </p:sp>
      <p:sp>
        <p:nvSpPr>
          <p:cNvPr id="2" name="Footer Placeholder 2">
            <a:extLst>
              <a:ext uri="{FF2B5EF4-FFF2-40B4-BE49-F238E27FC236}">
                <a16:creationId xmlns:a16="http://schemas.microsoft.com/office/drawing/2014/main" id="{D56B6084-0FE4-4048-3583-741AE0C95AEC}"/>
              </a:ext>
            </a:extLst>
          </p:cNvPr>
          <p:cNvSpPr>
            <a:spLocks noGrp="1"/>
          </p:cNvSpPr>
          <p:nvPr>
            <p:ph type="ftr" sz="quarter" idx="19"/>
          </p:nvPr>
        </p:nvSpPr>
        <p:spPr>
          <a:xfrm>
            <a:off x="5071873" y="6402310"/>
            <a:ext cx="6217666" cy="190500"/>
          </a:xfrm>
          <a:prstGeom prst="rect">
            <a:avLst/>
          </a:prstGeom>
        </p:spPr>
        <p:txBody>
          <a:bodyPr/>
          <a:lstStyle>
            <a:lvl1pPr>
              <a:defRPr>
                <a:solidFill>
                  <a:schemeClr val="bg1"/>
                </a:solidFill>
              </a:defRPr>
            </a:lvl1pPr>
          </a:lstStyle>
          <a:p>
            <a:pPr algn="r"/>
            <a:r>
              <a:rPr lang="en-US"/>
              <a:t>HPE Internal Use Only</a:t>
            </a:r>
            <a:endParaRPr lang="en-US" dirty="0"/>
          </a:p>
        </p:txBody>
      </p:sp>
      <p:sp>
        <p:nvSpPr>
          <p:cNvPr id="3" name="Slide Number Placeholder 3">
            <a:extLst>
              <a:ext uri="{FF2B5EF4-FFF2-40B4-BE49-F238E27FC236}">
                <a16:creationId xmlns:a16="http://schemas.microsoft.com/office/drawing/2014/main" id="{51FA49D1-EA5E-4BDC-03EF-986C3CB3B92E}"/>
              </a:ext>
            </a:extLst>
          </p:cNvPr>
          <p:cNvSpPr>
            <a:spLocks noGrp="1"/>
          </p:cNvSpPr>
          <p:nvPr>
            <p:ph type="sldNum" sz="quarter" idx="20"/>
          </p:nvPr>
        </p:nvSpPr>
        <p:spPr>
          <a:xfrm>
            <a:off x="11468100" y="6402310"/>
            <a:ext cx="340782" cy="190500"/>
          </a:xfrm>
          <a:prstGeom prst="rect">
            <a:avLst/>
          </a:prstGeo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2853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Quote or Statement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681684-ECDA-2D4D-6FA5-3C9A055396AB}"/>
              </a:ext>
            </a:extLst>
          </p:cNvPr>
          <p:cNvSpPr>
            <a:spLocks noGrp="1"/>
          </p:cNvSpPr>
          <p:nvPr>
            <p:ph type="title" hasCustomPrompt="1"/>
          </p:nvPr>
        </p:nvSpPr>
        <p:spPr>
          <a:xfrm>
            <a:off x="374904" y="2300224"/>
            <a:ext cx="10098780" cy="847538"/>
          </a:xfrm>
        </p:spPr>
        <p:txBody>
          <a:bodyPr/>
          <a:lstStyle>
            <a:lvl1pPr>
              <a:defRPr sz="5500">
                <a:solidFill>
                  <a:schemeClr val="bg1"/>
                </a:solidFill>
              </a:defRPr>
            </a:lvl1pPr>
          </a:lstStyle>
          <a:p>
            <a:r>
              <a:rPr lang="en-US" dirty="0"/>
              <a:t>Big idea statement single line</a:t>
            </a:r>
          </a:p>
        </p:txBody>
      </p:sp>
      <p:sp>
        <p:nvSpPr>
          <p:cNvPr id="5" name="Footer Placeholder 2">
            <a:extLst>
              <a:ext uri="{FF2B5EF4-FFF2-40B4-BE49-F238E27FC236}">
                <a16:creationId xmlns:a16="http://schemas.microsoft.com/office/drawing/2014/main" id="{C8FB6E37-0FE7-F773-ED53-05E6CF898522}"/>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7" name="Slide Number Placeholder 3">
            <a:extLst>
              <a:ext uri="{FF2B5EF4-FFF2-40B4-BE49-F238E27FC236}">
                <a16:creationId xmlns:a16="http://schemas.microsoft.com/office/drawing/2014/main" id="{8244E6A7-5574-1FB1-738B-D7CA24426413}"/>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0615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Quote or Statement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8108C54-E34E-00D0-ACDD-7D1C80099A33}"/>
              </a:ext>
            </a:extLst>
          </p:cNvPr>
          <p:cNvSpPr>
            <a:spLocks noGrp="1"/>
          </p:cNvSpPr>
          <p:nvPr>
            <p:ph type="title" hasCustomPrompt="1"/>
          </p:nvPr>
        </p:nvSpPr>
        <p:spPr>
          <a:xfrm>
            <a:off x="374904" y="2304615"/>
            <a:ext cx="9416520" cy="2306296"/>
          </a:xfrm>
        </p:spPr>
        <p:txBody>
          <a:bodyPr/>
          <a:lstStyle>
            <a:lvl1pPr>
              <a:lnSpc>
                <a:spcPct val="85000"/>
              </a:lnSpc>
              <a:defRPr sz="5500" b="0" i="0">
                <a:solidFill>
                  <a:schemeClr val="bg1"/>
                </a:solidFill>
                <a:latin typeface="HPE Graphik Light" pitchFamily="2" charset="77"/>
              </a:defRPr>
            </a:lvl1pPr>
          </a:lstStyle>
          <a:p>
            <a:r>
              <a:rPr lang="en-US" dirty="0"/>
              <a:t>Big idea statement or section header with multiple lines can be placed here</a:t>
            </a:r>
          </a:p>
        </p:txBody>
      </p:sp>
      <p:sp>
        <p:nvSpPr>
          <p:cNvPr id="5" name="Footer Placeholder 2">
            <a:extLst>
              <a:ext uri="{FF2B5EF4-FFF2-40B4-BE49-F238E27FC236}">
                <a16:creationId xmlns:a16="http://schemas.microsoft.com/office/drawing/2014/main" id="{3526CC8A-F3E4-F4DD-937A-DAFDB523BD68}"/>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7" name="Slide Number Placeholder 3">
            <a:extLst>
              <a:ext uri="{FF2B5EF4-FFF2-40B4-BE49-F238E27FC236}">
                <a16:creationId xmlns:a16="http://schemas.microsoft.com/office/drawing/2014/main" id="{4E165339-E8E7-EA98-9BC7-D20E16E008E1}"/>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919467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Quote or Statement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1D70211-794C-7055-6DAA-7CA014EF897A}"/>
              </a:ext>
            </a:extLst>
          </p:cNvPr>
          <p:cNvSpPr>
            <a:spLocks noGrp="1"/>
          </p:cNvSpPr>
          <p:nvPr>
            <p:ph type="title" hasCustomPrompt="1"/>
          </p:nvPr>
        </p:nvSpPr>
        <p:spPr>
          <a:xfrm>
            <a:off x="374904" y="2300224"/>
            <a:ext cx="10098780" cy="847538"/>
          </a:xfrm>
        </p:spPr>
        <p:txBody>
          <a:bodyPr/>
          <a:lstStyle>
            <a:lvl1pPr>
              <a:defRPr sz="5500">
                <a:solidFill>
                  <a:schemeClr val="bg1"/>
                </a:solidFill>
              </a:defRPr>
            </a:lvl1pPr>
          </a:lstStyle>
          <a:p>
            <a:r>
              <a:rPr lang="en-US" dirty="0"/>
              <a:t>Big idea statement single line</a:t>
            </a:r>
          </a:p>
        </p:txBody>
      </p:sp>
      <p:sp>
        <p:nvSpPr>
          <p:cNvPr id="5" name="Footer Placeholder 2">
            <a:extLst>
              <a:ext uri="{FF2B5EF4-FFF2-40B4-BE49-F238E27FC236}">
                <a16:creationId xmlns:a16="http://schemas.microsoft.com/office/drawing/2014/main" id="{67AA585A-BF93-4970-1847-0257C22C415E}"/>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6" name="Slide Number Placeholder 3">
            <a:extLst>
              <a:ext uri="{FF2B5EF4-FFF2-40B4-BE49-F238E27FC236}">
                <a16:creationId xmlns:a16="http://schemas.microsoft.com/office/drawing/2014/main" id="{D7D753D1-DFBC-98C9-3AA3-0D340D09FD94}"/>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6552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Quote or Statement 4">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0FA1C0-633B-83B4-F934-A35F41CAA527}"/>
              </a:ext>
            </a:extLst>
          </p:cNvPr>
          <p:cNvSpPr>
            <a:spLocks noGrp="1"/>
          </p:cNvSpPr>
          <p:nvPr>
            <p:ph type="title" hasCustomPrompt="1"/>
          </p:nvPr>
        </p:nvSpPr>
        <p:spPr>
          <a:xfrm>
            <a:off x="374904" y="2304288"/>
            <a:ext cx="9457413" cy="2304288"/>
          </a:xfrm>
        </p:spPr>
        <p:txBody>
          <a:bodyPr/>
          <a:lstStyle>
            <a:lvl1pPr>
              <a:lnSpc>
                <a:spcPct val="85000"/>
              </a:lnSpc>
              <a:defRPr sz="5500" b="0" i="0">
                <a:solidFill>
                  <a:schemeClr val="bg1"/>
                </a:solidFill>
                <a:latin typeface="HPE Graphik Light" pitchFamily="2" charset="77"/>
              </a:defRPr>
            </a:lvl1pPr>
          </a:lstStyle>
          <a:p>
            <a:r>
              <a:rPr lang="en-US" dirty="0"/>
              <a:t>Big idea statement or section header with multiple lines can be placed here</a:t>
            </a:r>
          </a:p>
        </p:txBody>
      </p:sp>
      <p:sp>
        <p:nvSpPr>
          <p:cNvPr id="5" name="Footer Placeholder 2">
            <a:extLst>
              <a:ext uri="{FF2B5EF4-FFF2-40B4-BE49-F238E27FC236}">
                <a16:creationId xmlns:a16="http://schemas.microsoft.com/office/drawing/2014/main" id="{E1079A4A-D7F6-6282-735D-3FFB105C2F82}"/>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7" name="Slide Number Placeholder 3">
            <a:extLst>
              <a:ext uri="{FF2B5EF4-FFF2-40B4-BE49-F238E27FC236}">
                <a16:creationId xmlns:a16="http://schemas.microsoft.com/office/drawing/2014/main" id="{BB3C246F-4800-C616-DC8D-CF6CC8DEBD05}"/>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582871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Quote or Statement 5">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884263-B940-48BC-CD34-3077FB4780DC}"/>
              </a:ext>
            </a:extLst>
          </p:cNvPr>
          <p:cNvSpPr>
            <a:spLocks noGrp="1"/>
          </p:cNvSpPr>
          <p:nvPr>
            <p:ph type="title" hasCustomPrompt="1"/>
          </p:nvPr>
        </p:nvSpPr>
        <p:spPr>
          <a:xfrm>
            <a:off x="7747254" y="374650"/>
            <a:ext cx="4062159" cy="3553883"/>
          </a:xfrm>
        </p:spPr>
        <p:txBody>
          <a:bodyPr anchor="t"/>
          <a:lstStyle>
            <a:lvl1pPr>
              <a:lnSpc>
                <a:spcPct val="90000"/>
              </a:lnSpc>
              <a:defRPr sz="4000" b="0" i="0">
                <a:solidFill>
                  <a:schemeClr val="bg1"/>
                </a:solidFill>
                <a:latin typeface="HPE Graphik Light" pitchFamily="2" charset="77"/>
              </a:defRPr>
            </a:lvl1pPr>
          </a:lstStyle>
          <a:p>
            <a:r>
              <a:rPr lang="en-US" dirty="0"/>
              <a:t>Big idea</a:t>
            </a:r>
            <a:br>
              <a:rPr lang="en-US" dirty="0"/>
            </a:br>
            <a:r>
              <a:rPr lang="en-US" dirty="0"/>
              <a:t>statement with</a:t>
            </a:r>
            <a:br>
              <a:rPr lang="en-US" dirty="0"/>
            </a:br>
            <a:r>
              <a:rPr lang="en-US" dirty="0"/>
              <a:t>multiple lines</a:t>
            </a:r>
            <a:br>
              <a:rPr lang="en-US" dirty="0"/>
            </a:br>
            <a:r>
              <a:rPr lang="en-US" dirty="0"/>
              <a:t>placed here</a:t>
            </a:r>
            <a:br>
              <a:rPr lang="en-US" dirty="0"/>
            </a:br>
            <a:r>
              <a:rPr lang="en-US" dirty="0"/>
              <a:t>lorem ipsum</a:t>
            </a:r>
            <a:br>
              <a:rPr lang="en-US" dirty="0"/>
            </a:br>
            <a:r>
              <a:rPr lang="en-US" dirty="0"/>
              <a:t>dolor sit </a:t>
            </a:r>
            <a:r>
              <a:rPr lang="en-US" dirty="0" err="1"/>
              <a:t>amet</a:t>
            </a:r>
            <a:endParaRPr lang="en-US" dirty="0"/>
          </a:p>
        </p:txBody>
      </p:sp>
      <p:sp>
        <p:nvSpPr>
          <p:cNvPr id="5" name="Footer Placeholder 2">
            <a:extLst>
              <a:ext uri="{FF2B5EF4-FFF2-40B4-BE49-F238E27FC236}">
                <a16:creationId xmlns:a16="http://schemas.microsoft.com/office/drawing/2014/main" id="{7178D39F-AF24-2C1C-BC88-00C7755B7F02}"/>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7" name="Slide Number Placeholder 3">
            <a:extLst>
              <a:ext uri="{FF2B5EF4-FFF2-40B4-BE49-F238E27FC236}">
                <a16:creationId xmlns:a16="http://schemas.microsoft.com/office/drawing/2014/main" id="{322CDF5D-90F5-8D39-42E1-D71911A2BB15}"/>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24152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Quote or Statement 6">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769DDB5-5522-5AA8-7D92-62B7BF2F15F4}"/>
              </a:ext>
            </a:extLst>
          </p:cNvPr>
          <p:cNvSpPr>
            <a:spLocks noGrp="1"/>
          </p:cNvSpPr>
          <p:nvPr>
            <p:ph type="title" hasCustomPrompt="1"/>
          </p:nvPr>
        </p:nvSpPr>
        <p:spPr>
          <a:xfrm>
            <a:off x="374904" y="2304289"/>
            <a:ext cx="5676900" cy="3747262"/>
          </a:xfrm>
        </p:spPr>
        <p:txBody>
          <a:bodyPr anchor="t">
            <a:noAutofit/>
          </a:bodyPr>
          <a:lstStyle>
            <a:lvl1pPr>
              <a:lnSpc>
                <a:spcPct val="90000"/>
              </a:lnSpc>
              <a:defRPr sz="5000" b="0" i="0">
                <a:solidFill>
                  <a:schemeClr val="bg1"/>
                </a:solidFill>
                <a:latin typeface="HPE Graphik Light" pitchFamily="2" charset="77"/>
              </a:defRPr>
            </a:lvl1pPr>
          </a:lstStyle>
          <a:p>
            <a:pPr algn="l"/>
            <a:r>
              <a:rPr lang="en-US" dirty="0"/>
              <a:t>Big idea statement with multiple lines placed here</a:t>
            </a:r>
            <a:br>
              <a:rPr lang="en-US" dirty="0"/>
            </a:br>
            <a:r>
              <a:rPr lang="en-US" dirty="0"/>
              <a:t>lorem ipsum dolor</a:t>
            </a:r>
          </a:p>
        </p:txBody>
      </p:sp>
      <p:sp>
        <p:nvSpPr>
          <p:cNvPr id="6" name="Footer Placeholder 2">
            <a:extLst>
              <a:ext uri="{FF2B5EF4-FFF2-40B4-BE49-F238E27FC236}">
                <a16:creationId xmlns:a16="http://schemas.microsoft.com/office/drawing/2014/main" id="{D39077F8-5FB5-C830-44AE-1FB9A9D93FFC}"/>
              </a:ext>
            </a:extLst>
          </p:cNvPr>
          <p:cNvSpPr>
            <a:spLocks noGrp="1"/>
          </p:cNvSpPr>
          <p:nvPr>
            <p:ph type="ftr" sz="quarter" idx="10"/>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7" name="Slide Number Placeholder 3">
            <a:extLst>
              <a:ext uri="{FF2B5EF4-FFF2-40B4-BE49-F238E27FC236}">
                <a16:creationId xmlns:a16="http://schemas.microsoft.com/office/drawing/2014/main" id="{41F63E20-583B-616E-0E94-3B44997F68B0}"/>
              </a:ext>
            </a:extLst>
          </p:cNvPr>
          <p:cNvSpPr>
            <a:spLocks noGrp="1"/>
          </p:cNvSpPr>
          <p:nvPr>
            <p:ph type="sldNum" sz="quarter" idx="11"/>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57238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F44DD-B9EB-0244-536A-90A12E6BBAB9}"/>
              </a:ext>
            </a:extLst>
          </p:cNvPr>
          <p:cNvSpPr>
            <a:spLocks noGrp="1"/>
          </p:cNvSpPr>
          <p:nvPr>
            <p:ph type="title" hasCustomPrompt="1"/>
          </p:nvPr>
        </p:nvSpPr>
        <p:spPr>
          <a:xfrm>
            <a:off x="374903" y="2449576"/>
            <a:ext cx="8188525" cy="875899"/>
          </a:xfrm>
        </p:spPr>
        <p:txBody>
          <a:bodyPr lIns="0" tIns="0" rIns="0" bIns="0" anchor="b"/>
          <a:lstStyle>
            <a:lvl1pPr>
              <a:lnSpc>
                <a:spcPct val="90000"/>
              </a:lnSpc>
              <a:spcBef>
                <a:spcPct val="0"/>
              </a:spcBef>
              <a:spcAft>
                <a:spcPts val="0"/>
              </a:spcAft>
              <a:defRPr sz="5600">
                <a:solidFill>
                  <a:schemeClr val="bg1"/>
                </a:solidFill>
              </a:defRPr>
            </a:lvl1pPr>
          </a:lstStyle>
          <a:p>
            <a:r>
              <a:rPr lang="en-US" dirty="0"/>
              <a:t>Thank </a:t>
            </a:r>
            <a:r>
              <a:rPr lang="pl-PL" dirty="0"/>
              <a:t>Y</a:t>
            </a:r>
            <a:r>
              <a:rPr lang="en-US" dirty="0" err="1"/>
              <a:t>ou</a:t>
            </a:r>
            <a:endParaRPr lang="en-US" dirty="0"/>
          </a:p>
        </p:txBody>
      </p:sp>
      <p:sp>
        <p:nvSpPr>
          <p:cNvPr id="4" name="Speaker Information 2">
            <a:extLst>
              <a:ext uri="{FF2B5EF4-FFF2-40B4-BE49-F238E27FC236}">
                <a16:creationId xmlns:a16="http://schemas.microsoft.com/office/drawing/2014/main" id="{D8C82615-9FE3-EDFA-6F97-C8F26735E66E}"/>
              </a:ext>
            </a:extLst>
          </p:cNvPr>
          <p:cNvSpPr>
            <a:spLocks noGrp="1"/>
          </p:cNvSpPr>
          <p:nvPr>
            <p:ph type="body" sz="quarter" idx="13" hasCustomPrompt="1"/>
          </p:nvPr>
        </p:nvSpPr>
        <p:spPr>
          <a:xfrm>
            <a:off x="383433" y="3392391"/>
            <a:ext cx="8188525" cy="876300"/>
          </a:xfrm>
          <a:prstGeom prst="rect">
            <a:avLst/>
          </a:prstGeom>
        </p:spPr>
        <p:txBody>
          <a:bodyPr lIns="0" tIns="45720" rIns="0" bIns="45720">
            <a:noAutofit/>
          </a:bodyPr>
          <a:lstStyle>
            <a:lvl1pPr marL="0" indent="0">
              <a:lnSpc>
                <a:spcPct val="100000"/>
              </a:lnSpc>
              <a:spcBef>
                <a:spcPts val="0"/>
              </a:spcBef>
              <a:spcAft>
                <a:spcPts val="0"/>
              </a:spcAft>
              <a:buNone/>
              <a:defRPr sz="15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Speaker contact information</a:t>
            </a:r>
          </a:p>
        </p:txBody>
      </p:sp>
      <p:sp>
        <p:nvSpPr>
          <p:cNvPr id="5" name="Footer Placeholder 3">
            <a:extLst>
              <a:ext uri="{FF2B5EF4-FFF2-40B4-BE49-F238E27FC236}">
                <a16:creationId xmlns:a16="http://schemas.microsoft.com/office/drawing/2014/main" id="{FCA7C75A-E583-3ECE-3BC3-3DF396CF8890}"/>
              </a:ext>
            </a:extLst>
          </p:cNvPr>
          <p:cNvSpPr>
            <a:spLocks noGrp="1"/>
          </p:cNvSpPr>
          <p:nvPr>
            <p:ph type="ftr" sz="quarter" idx="14"/>
          </p:nvPr>
        </p:nvSpPr>
        <p:spPr>
          <a:xfrm>
            <a:off x="5592973" y="6192760"/>
            <a:ext cx="6217666" cy="190500"/>
          </a:xfrm>
        </p:spPr>
        <p:txBody>
          <a:bodyPr/>
          <a:lstStyle>
            <a:lvl1pPr>
              <a:defRPr sz="900">
                <a:solidFill>
                  <a:schemeClr val="bg1"/>
                </a:solidFill>
              </a:defRPr>
            </a:lvl1pPr>
          </a:lstStyle>
          <a:p>
            <a:pPr algn="r"/>
            <a:r>
              <a:rPr lang="en-US"/>
              <a:t>HPE Internal Use Only</a:t>
            </a:r>
            <a:endParaRPr lang="en-US" dirty="0"/>
          </a:p>
        </p:txBody>
      </p:sp>
      <p:sp>
        <p:nvSpPr>
          <p:cNvPr id="6" name="Text Placeholder 4">
            <a:extLst>
              <a:ext uri="{FF2B5EF4-FFF2-40B4-BE49-F238E27FC236}">
                <a16:creationId xmlns:a16="http://schemas.microsoft.com/office/drawing/2014/main" id="{B7D0A73E-EBAF-F15A-A0BA-F5E72E3A1396}"/>
              </a:ext>
            </a:extLst>
          </p:cNvPr>
          <p:cNvSpPr txBox="1"/>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dirty="0">
                <a:solidFill>
                  <a:schemeClr val="bg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smtClean="0">
                <a:solidFill>
                  <a:schemeClr val="bg1"/>
                </a:solidFill>
                <a:effectLst/>
                <a:latin typeface="+mn-lt"/>
                <a:ea typeface="Times New Roman" panose="02020603050405020304" pitchFamily="18" charset="0"/>
                <a:cs typeface="Times New Roman" panose="02020603050405020304" pitchFamily="18" charset="0"/>
              </a:rPr>
              <a:pPr algn="r"/>
              <a:t>2026</a:t>
            </a:fld>
            <a:r>
              <a:rPr lang="en-US" sz="900" dirty="0">
                <a:solidFill>
                  <a:schemeClr val="bg1"/>
                </a:solidFill>
                <a:effectLst/>
                <a:latin typeface="+mn-lt"/>
                <a:ea typeface="Times New Roman" panose="02020603050405020304" pitchFamily="18" charset="0"/>
                <a:cs typeface="Times New Roman" panose="02020603050405020304" pitchFamily="18" charset="0"/>
              </a:rPr>
              <a:t> Hewlett Packard Enterprise Development LP</a:t>
            </a:r>
          </a:p>
        </p:txBody>
      </p:sp>
    </p:spTree>
    <p:extLst>
      <p:ext uri="{BB962C8B-B14F-4D97-AF65-F5344CB8AC3E}">
        <p14:creationId xmlns:p14="http://schemas.microsoft.com/office/powerpoint/2010/main" val="315308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ank you with Light Picture">
    <p:bg>
      <p:bgPr>
        <a:solidFill>
          <a:schemeClr val="bg1">
            <a:lumMod val="50000"/>
          </a:schemeClr>
        </a:solidFill>
        <a:effectLst/>
      </p:bgPr>
    </p:bg>
    <p:spTree>
      <p:nvGrpSpPr>
        <p:cNvPr id="1" name=""/>
        <p:cNvGrpSpPr/>
        <p:nvPr/>
      </p:nvGrpSpPr>
      <p:grpSpPr>
        <a:xfrm>
          <a:off x="0" y="0"/>
          <a:ext cx="0" cy="0"/>
          <a:chOff x="0" y="0"/>
          <a:chExt cx="0" cy="0"/>
        </a:xfrm>
      </p:grpSpPr>
      <p:pic>
        <p:nvPicPr>
          <p:cNvPr id="6" name="Picture Element 1" descr="A green and grey gradient&#10;&#10;AI-generated content may be incorrect.">
            <a:extLst>
              <a:ext uri="{FF2B5EF4-FFF2-40B4-BE49-F238E27FC236}">
                <a16:creationId xmlns:a16="http://schemas.microsoft.com/office/drawing/2014/main" id="{D1B676B2-05D0-95B1-089B-ACC03A104C65}"/>
              </a:ext>
            </a:extLst>
          </p:cNvPr>
          <p:cNvPicPr>
            <a:picLocks noChangeAspect="1"/>
          </p:cNvPicPr>
          <p:nvPr userDrawn="1"/>
        </p:nvPicPr>
        <p:blipFill>
          <a:blip r:embed="rId2">
            <a:alphaModFix amt="85000"/>
          </a:blip>
          <a:stretch>
            <a:fillRect/>
          </a:stretch>
        </p:blipFill>
        <p:spPr>
          <a:xfrm>
            <a:off x="0" y="1371600"/>
            <a:ext cx="10819505" cy="4114800"/>
          </a:xfrm>
          <a:prstGeom prst="rect">
            <a:avLst/>
          </a:prstGeom>
        </p:spPr>
      </p:pic>
      <p:sp>
        <p:nvSpPr>
          <p:cNvPr id="4" name="Title 2">
            <a:extLst>
              <a:ext uri="{FF2B5EF4-FFF2-40B4-BE49-F238E27FC236}">
                <a16:creationId xmlns:a16="http://schemas.microsoft.com/office/drawing/2014/main" id="{78BE1158-83F2-4D65-D9FD-4B2D643DB865}"/>
              </a:ext>
            </a:extLst>
          </p:cNvPr>
          <p:cNvSpPr>
            <a:spLocks noGrp="1"/>
          </p:cNvSpPr>
          <p:nvPr>
            <p:ph type="title" hasCustomPrompt="1"/>
          </p:nvPr>
        </p:nvSpPr>
        <p:spPr>
          <a:xfrm>
            <a:off x="374903" y="2449576"/>
            <a:ext cx="9359900" cy="875899"/>
          </a:xfrm>
        </p:spPr>
        <p:txBody>
          <a:bodyPr lIns="0" tIns="0" rIns="0" bIns="0" anchor="b"/>
          <a:lstStyle>
            <a:lvl1pPr>
              <a:lnSpc>
                <a:spcPct val="90000"/>
              </a:lnSpc>
              <a:spcBef>
                <a:spcPct val="0"/>
              </a:spcBef>
              <a:spcAft>
                <a:spcPts val="0"/>
              </a:spcAft>
              <a:defRPr sz="5600">
                <a:solidFill>
                  <a:schemeClr val="tx1"/>
                </a:solidFill>
              </a:defRPr>
            </a:lvl1pPr>
          </a:lstStyle>
          <a:p>
            <a:r>
              <a:rPr lang="en-US" dirty="0"/>
              <a:t>Thank </a:t>
            </a:r>
            <a:r>
              <a:rPr lang="pl-PL" dirty="0"/>
              <a:t>Y</a:t>
            </a:r>
            <a:r>
              <a:rPr lang="en-US" dirty="0" err="1"/>
              <a:t>ou</a:t>
            </a:r>
            <a:r>
              <a:rPr lang="en-US" dirty="0"/>
              <a:t> (</a:t>
            </a:r>
            <a:r>
              <a:rPr lang="pl-PL" dirty="0"/>
              <a:t>light</a:t>
            </a:r>
            <a:r>
              <a:rPr lang="en-US" dirty="0"/>
              <a:t> picture)</a:t>
            </a:r>
          </a:p>
        </p:txBody>
      </p:sp>
      <p:sp>
        <p:nvSpPr>
          <p:cNvPr id="7" name="Text Placeholder 3">
            <a:extLst>
              <a:ext uri="{FF2B5EF4-FFF2-40B4-BE49-F238E27FC236}">
                <a16:creationId xmlns:a16="http://schemas.microsoft.com/office/drawing/2014/main" id="{443A3405-5607-FC12-3510-74194B7AB9F6}"/>
              </a:ext>
            </a:extLst>
          </p:cNvPr>
          <p:cNvSpPr>
            <a:spLocks noGrp="1"/>
          </p:cNvSpPr>
          <p:nvPr>
            <p:ph type="body" sz="quarter" idx="12" hasCustomPrompt="1"/>
          </p:nvPr>
        </p:nvSpPr>
        <p:spPr>
          <a:xfrm>
            <a:off x="383432" y="3392391"/>
            <a:ext cx="9359900" cy="876300"/>
          </a:xfrm>
          <a:prstGeom prst="rect">
            <a:avLst/>
          </a:prstGeom>
        </p:spPr>
        <p:txBody>
          <a:bodyPr lIns="0" tIns="45720" rIns="0" bIns="45720">
            <a:normAutofit/>
          </a:bodyPr>
          <a:lstStyle>
            <a:lvl1pPr>
              <a:lnSpc>
                <a:spcPct val="100000"/>
              </a:lnSpc>
              <a:spcBef>
                <a:spcPts val="0"/>
              </a:spcBef>
              <a:spcAft>
                <a:spcPts val="0"/>
              </a:spcAft>
              <a:defRPr sz="1500">
                <a:solidFill>
                  <a:schemeClr val="tx1"/>
                </a:solidFill>
              </a:defRPr>
            </a:lvl1pPr>
          </a:lstStyle>
          <a:p>
            <a:r>
              <a:rPr lang="en-US" dirty="0"/>
              <a:t>Speaker contact information</a:t>
            </a:r>
          </a:p>
        </p:txBody>
      </p:sp>
      <p:sp>
        <p:nvSpPr>
          <p:cNvPr id="9" name="Footer Placeholder 4">
            <a:extLst>
              <a:ext uri="{FF2B5EF4-FFF2-40B4-BE49-F238E27FC236}">
                <a16:creationId xmlns:a16="http://schemas.microsoft.com/office/drawing/2014/main" id="{AECD0FE2-8793-ECFD-C7A3-550EAE1B0733}"/>
              </a:ext>
            </a:extLst>
          </p:cNvPr>
          <p:cNvSpPr>
            <a:spLocks noGrp="1"/>
          </p:cNvSpPr>
          <p:nvPr>
            <p:ph type="ftr" sz="quarter" idx="14"/>
          </p:nvPr>
        </p:nvSpPr>
        <p:spPr>
          <a:xfrm>
            <a:off x="5592973" y="6192760"/>
            <a:ext cx="6217666" cy="190500"/>
          </a:xfrm>
        </p:spPr>
        <p:txBody>
          <a:bodyPr/>
          <a:lstStyle>
            <a:lvl1pPr>
              <a:defRPr sz="900">
                <a:solidFill>
                  <a:schemeClr val="tx1"/>
                </a:solidFill>
              </a:defRPr>
            </a:lvl1pPr>
          </a:lstStyle>
          <a:p>
            <a:pPr algn="r"/>
            <a:r>
              <a:rPr lang="en-US"/>
              <a:t>HPE Internal Use Only</a:t>
            </a:r>
            <a:endParaRPr lang="en-US" dirty="0"/>
          </a:p>
        </p:txBody>
      </p:sp>
      <p:sp>
        <p:nvSpPr>
          <p:cNvPr id="10" name="Text Placeholder 5">
            <a:extLst>
              <a:ext uri="{FF2B5EF4-FFF2-40B4-BE49-F238E27FC236}">
                <a16:creationId xmlns:a16="http://schemas.microsoft.com/office/drawing/2014/main" id="{14DCFECE-30F7-6B67-116F-1BEC46710781}"/>
              </a:ext>
            </a:extLst>
          </p:cNvPr>
          <p:cNvSpPr txBox="1"/>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dirty="0">
                <a:solidFill>
                  <a:schemeClr val="tx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smtClean="0">
                <a:solidFill>
                  <a:schemeClr val="tx1"/>
                </a:solidFill>
                <a:effectLst/>
                <a:latin typeface="+mn-lt"/>
                <a:ea typeface="Times New Roman" panose="02020603050405020304" pitchFamily="18" charset="0"/>
                <a:cs typeface="Times New Roman" panose="02020603050405020304" pitchFamily="18" charset="0"/>
              </a:rPr>
              <a:pPr algn="r"/>
              <a:t>2026</a:t>
            </a:fld>
            <a:r>
              <a:rPr lang="en-US" sz="900" dirty="0">
                <a:solidFill>
                  <a:schemeClr val="tx1"/>
                </a:solidFill>
                <a:effectLst/>
                <a:latin typeface="+mn-lt"/>
                <a:ea typeface="Times New Roman" panose="02020603050405020304" pitchFamily="18" charset="0"/>
                <a:cs typeface="Times New Roman" panose="02020603050405020304" pitchFamily="18" charset="0"/>
              </a:rPr>
              <a:t> Hewlett Packard Enterprise Development LP</a:t>
            </a:r>
          </a:p>
        </p:txBody>
      </p:sp>
    </p:spTree>
    <p:extLst>
      <p:ext uri="{BB962C8B-B14F-4D97-AF65-F5344CB8AC3E}">
        <p14:creationId xmlns:p14="http://schemas.microsoft.com/office/powerpoint/2010/main" val="98034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ank you with Dark Picture">
    <p:bg>
      <p:bgPr>
        <a:solidFill>
          <a:schemeClr val="tx1"/>
        </a:solidFill>
        <a:effectLst/>
      </p:bgPr>
    </p:bg>
    <p:spTree>
      <p:nvGrpSpPr>
        <p:cNvPr id="1" name=""/>
        <p:cNvGrpSpPr/>
        <p:nvPr/>
      </p:nvGrpSpPr>
      <p:grpSpPr>
        <a:xfrm>
          <a:off x="0" y="0"/>
          <a:ext cx="0" cy="0"/>
          <a:chOff x="0" y="0"/>
          <a:chExt cx="0" cy="0"/>
        </a:xfrm>
      </p:grpSpPr>
      <p:pic>
        <p:nvPicPr>
          <p:cNvPr id="6" name="Picture Element" descr="A green and grey gradient&#10;&#10;AI-generated content may be incorrect.">
            <a:extLst>
              <a:ext uri="{FF2B5EF4-FFF2-40B4-BE49-F238E27FC236}">
                <a16:creationId xmlns:a16="http://schemas.microsoft.com/office/drawing/2014/main" id="{3538F501-D080-997A-7652-D982FEBA789B}"/>
              </a:ext>
            </a:extLst>
          </p:cNvPr>
          <p:cNvPicPr>
            <a:picLocks noChangeAspect="1"/>
          </p:cNvPicPr>
          <p:nvPr userDrawn="1"/>
        </p:nvPicPr>
        <p:blipFill>
          <a:blip r:embed="rId2">
            <a:alphaModFix amt="85000"/>
          </a:blip>
          <a:stretch>
            <a:fillRect/>
          </a:stretch>
        </p:blipFill>
        <p:spPr>
          <a:xfrm>
            <a:off x="0" y="1371600"/>
            <a:ext cx="10819505" cy="4114800"/>
          </a:xfrm>
          <a:prstGeom prst="rect">
            <a:avLst/>
          </a:prstGeom>
        </p:spPr>
      </p:pic>
      <p:sp>
        <p:nvSpPr>
          <p:cNvPr id="3" name="Text Placeholder 7">
            <a:extLst>
              <a:ext uri="{FF2B5EF4-FFF2-40B4-BE49-F238E27FC236}">
                <a16:creationId xmlns:a16="http://schemas.microsoft.com/office/drawing/2014/main" id="{12085280-0B62-84D3-5783-A089C9A32CCE}"/>
              </a:ext>
            </a:extLst>
          </p:cNvPr>
          <p:cNvSpPr>
            <a:spLocks noGrp="1"/>
          </p:cNvSpPr>
          <p:nvPr>
            <p:ph type="body" sz="quarter" idx="12" hasCustomPrompt="1"/>
          </p:nvPr>
        </p:nvSpPr>
        <p:spPr>
          <a:xfrm>
            <a:off x="383433" y="3392391"/>
            <a:ext cx="9359900" cy="876300"/>
          </a:xfrm>
          <a:prstGeom prst="rect">
            <a:avLst/>
          </a:prstGeom>
        </p:spPr>
        <p:txBody>
          <a:bodyPr lIns="0" tIns="45720" rIns="0" bIns="45720">
            <a:normAutofit/>
          </a:bodyPr>
          <a:lstStyle>
            <a:lvl1pPr>
              <a:lnSpc>
                <a:spcPct val="100000"/>
              </a:lnSpc>
              <a:spcBef>
                <a:spcPts val="0"/>
              </a:spcBef>
              <a:spcAft>
                <a:spcPts val="0"/>
              </a:spcAft>
              <a:defRPr sz="1500">
                <a:solidFill>
                  <a:schemeClr val="bg1"/>
                </a:solidFill>
              </a:defRPr>
            </a:lvl1pPr>
          </a:lstStyle>
          <a:p>
            <a:r>
              <a:rPr lang="en-US" dirty="0"/>
              <a:t>Speaker contact information</a:t>
            </a:r>
          </a:p>
        </p:txBody>
      </p:sp>
      <p:sp>
        <p:nvSpPr>
          <p:cNvPr id="8" name="Title 1">
            <a:extLst>
              <a:ext uri="{FF2B5EF4-FFF2-40B4-BE49-F238E27FC236}">
                <a16:creationId xmlns:a16="http://schemas.microsoft.com/office/drawing/2014/main" id="{ED5DFE24-7967-7D11-937E-63FD38BAB7CE}"/>
              </a:ext>
            </a:extLst>
          </p:cNvPr>
          <p:cNvSpPr>
            <a:spLocks noGrp="1"/>
          </p:cNvSpPr>
          <p:nvPr>
            <p:ph type="title" hasCustomPrompt="1"/>
          </p:nvPr>
        </p:nvSpPr>
        <p:spPr>
          <a:xfrm>
            <a:off x="374903" y="2449576"/>
            <a:ext cx="9359900" cy="875899"/>
          </a:xfrm>
          <a:prstGeom prst="rect">
            <a:avLst/>
          </a:prstGeom>
        </p:spPr>
        <p:txBody>
          <a:bodyPr lIns="0" tIns="0" rIns="0" bIns="0" anchor="b"/>
          <a:lstStyle>
            <a:lvl1pPr>
              <a:lnSpc>
                <a:spcPct val="90000"/>
              </a:lnSpc>
              <a:spcBef>
                <a:spcPct val="0"/>
              </a:spcBef>
              <a:spcAft>
                <a:spcPts val="0"/>
              </a:spcAft>
              <a:defRPr sz="5600" b="0">
                <a:solidFill>
                  <a:schemeClr val="bg1"/>
                </a:solidFill>
              </a:defRPr>
            </a:lvl1pPr>
          </a:lstStyle>
          <a:p>
            <a:r>
              <a:rPr lang="en-US" dirty="0"/>
              <a:t>Thank </a:t>
            </a:r>
            <a:r>
              <a:rPr lang="pl-PL" dirty="0"/>
              <a:t>Y</a:t>
            </a:r>
            <a:r>
              <a:rPr lang="en-US" dirty="0" err="1"/>
              <a:t>ou</a:t>
            </a:r>
            <a:r>
              <a:rPr lang="en-US" dirty="0"/>
              <a:t> (dark picture)</a:t>
            </a:r>
          </a:p>
        </p:txBody>
      </p:sp>
      <p:sp>
        <p:nvSpPr>
          <p:cNvPr id="2" name="TextBox 1">
            <a:extLst>
              <a:ext uri="{FF2B5EF4-FFF2-40B4-BE49-F238E27FC236}">
                <a16:creationId xmlns:a16="http://schemas.microsoft.com/office/drawing/2014/main" id="{7C90E631-A102-10C1-BA83-BF4A09F97363}"/>
              </a:ext>
            </a:extLst>
          </p:cNvPr>
          <p:cNvSpPr txBox="1"/>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dirty="0">
                <a:solidFill>
                  <a:schemeClr val="bg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smtClean="0">
                <a:solidFill>
                  <a:schemeClr val="bg1"/>
                </a:solidFill>
                <a:effectLst/>
                <a:latin typeface="+mn-lt"/>
                <a:ea typeface="Times New Roman" panose="02020603050405020304" pitchFamily="18" charset="0"/>
                <a:cs typeface="Times New Roman" panose="02020603050405020304" pitchFamily="18" charset="0"/>
              </a:rPr>
              <a:pPr algn="r"/>
              <a:t>2026</a:t>
            </a:fld>
            <a:r>
              <a:rPr lang="en-US" sz="900" dirty="0">
                <a:solidFill>
                  <a:schemeClr val="bg1"/>
                </a:solidFill>
                <a:effectLst/>
                <a:latin typeface="+mn-lt"/>
                <a:ea typeface="Times New Roman" panose="02020603050405020304" pitchFamily="18" charset="0"/>
                <a:cs typeface="Times New Roman" panose="02020603050405020304" pitchFamily="18" charset="0"/>
              </a:rPr>
              <a:t> Hewlett Packard Enterprise Development LP</a:t>
            </a:r>
          </a:p>
        </p:txBody>
      </p:sp>
      <p:sp>
        <p:nvSpPr>
          <p:cNvPr id="5" name="Footer Placeholder 2">
            <a:extLst>
              <a:ext uri="{FF2B5EF4-FFF2-40B4-BE49-F238E27FC236}">
                <a16:creationId xmlns:a16="http://schemas.microsoft.com/office/drawing/2014/main" id="{65393E9C-2941-BA26-A16E-1C328F063963}"/>
              </a:ext>
            </a:extLst>
          </p:cNvPr>
          <p:cNvSpPr>
            <a:spLocks noGrp="1"/>
          </p:cNvSpPr>
          <p:nvPr>
            <p:ph type="ftr" sz="quarter" idx="14"/>
          </p:nvPr>
        </p:nvSpPr>
        <p:spPr>
          <a:xfrm>
            <a:off x="5592973" y="6192760"/>
            <a:ext cx="6217666" cy="190500"/>
          </a:xfrm>
          <a:prstGeom prst="rect">
            <a:avLst/>
          </a:prstGeom>
        </p:spPr>
        <p:txBody>
          <a:bodyPr/>
          <a:lstStyle>
            <a:lvl1pPr>
              <a:defRPr sz="900">
                <a:solidFill>
                  <a:schemeClr val="bg1"/>
                </a:solidFill>
              </a:defRPr>
            </a:lvl1pPr>
          </a:lstStyle>
          <a:p>
            <a:pPr algn="r"/>
            <a:r>
              <a:rPr lang="en-US"/>
              <a:t>HPE Internal Use Only</a:t>
            </a:r>
            <a:endParaRPr lang="en-US" dirty="0"/>
          </a:p>
        </p:txBody>
      </p:sp>
    </p:spTree>
    <p:extLst>
      <p:ext uri="{BB962C8B-B14F-4D97-AF65-F5344CB8AC3E}">
        <p14:creationId xmlns:p14="http://schemas.microsoft.com/office/powerpoint/2010/main" val="3896271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Logo 1">
            <a:extLst>
              <a:ext uri="{FF2B5EF4-FFF2-40B4-BE49-F238E27FC236}">
                <a16:creationId xmlns:a16="http://schemas.microsoft.com/office/drawing/2014/main" id="{B3D8569F-A887-74B8-C60E-A31D67BF46C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74907" y="388783"/>
            <a:ext cx="1019648" cy="291328"/>
          </a:xfrm>
          <a:prstGeom prst="rect">
            <a:avLst/>
          </a:prstGeom>
        </p:spPr>
      </p:pic>
      <p:sp>
        <p:nvSpPr>
          <p:cNvPr id="2" name="Title 2">
            <a:extLst>
              <a:ext uri="{FF2B5EF4-FFF2-40B4-BE49-F238E27FC236}">
                <a16:creationId xmlns:a16="http://schemas.microsoft.com/office/drawing/2014/main" id="{6E1156E4-62B1-0FA7-CE9F-77B136A1B2CD}"/>
              </a:ext>
            </a:extLst>
          </p:cNvPr>
          <p:cNvSpPr>
            <a:spLocks noGrp="1"/>
          </p:cNvSpPr>
          <p:nvPr>
            <p:ph type="title" hasCustomPrompt="1"/>
          </p:nvPr>
        </p:nvSpPr>
        <p:spPr>
          <a:xfrm>
            <a:off x="374904" y="1869197"/>
            <a:ext cx="11423555" cy="1905000"/>
          </a:xfrm>
        </p:spPr>
        <p:txBody>
          <a:bodyPr lIns="0" tIns="91440" rIns="91440" bIns="91440" anchor="b"/>
          <a:lstStyle>
            <a:lvl1pPr>
              <a:lnSpc>
                <a:spcPct val="80000"/>
              </a:lnSpc>
              <a:defRPr sz="4800">
                <a:solidFill>
                  <a:schemeClr val="bg1"/>
                </a:solidFill>
              </a:defRPr>
            </a:lvl1pPr>
          </a:lstStyle>
          <a:p>
            <a:r>
              <a:rPr lang="en-US" dirty="0"/>
              <a:t>Click to edit</a:t>
            </a:r>
            <a:br>
              <a:rPr lang="en-US" dirty="0"/>
            </a:br>
            <a:r>
              <a:rPr lang="en-US" dirty="0"/>
              <a:t>master title style</a:t>
            </a:r>
          </a:p>
        </p:txBody>
      </p:sp>
      <p:sp>
        <p:nvSpPr>
          <p:cNvPr id="6" name="Subtitle 3">
            <a:extLst>
              <a:ext uri="{FF2B5EF4-FFF2-40B4-BE49-F238E27FC236}">
                <a16:creationId xmlns:a16="http://schemas.microsoft.com/office/drawing/2014/main" id="{FE0277DD-82BD-2FE6-7824-22EE37DE5DDA}"/>
              </a:ext>
            </a:extLst>
          </p:cNvPr>
          <p:cNvSpPr>
            <a:spLocks noGrp="1"/>
          </p:cNvSpPr>
          <p:nvPr>
            <p:ph type="subTitle" idx="1" hasCustomPrompt="1"/>
          </p:nvPr>
        </p:nvSpPr>
        <p:spPr>
          <a:xfrm>
            <a:off x="374904" y="3959860"/>
            <a:ext cx="8229600" cy="438912"/>
          </a:xfrm>
          <a:prstGeom prst="rect">
            <a:avLst/>
          </a:prstGeom>
        </p:spPr>
        <p:txBody>
          <a:bodyPr lIns="0" tIns="91440" rIns="91440" bIns="91440">
            <a:noAutofit/>
          </a:bodyPr>
          <a:lstStyle>
            <a:lvl1pPr marL="0" indent="0" algn="l">
              <a:spcBef>
                <a:spcPts val="0"/>
              </a:spcBef>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7" name="Date 4">
            <a:extLst>
              <a:ext uri="{FF2B5EF4-FFF2-40B4-BE49-F238E27FC236}">
                <a16:creationId xmlns:a16="http://schemas.microsoft.com/office/drawing/2014/main" id="{7E8E9475-5896-346F-F273-2479245B3233}"/>
              </a:ext>
            </a:extLst>
          </p:cNvPr>
          <p:cNvSpPr>
            <a:spLocks noGrp="1"/>
          </p:cNvSpPr>
          <p:nvPr>
            <p:ph type="body" sz="quarter" idx="13" hasCustomPrompt="1"/>
          </p:nvPr>
        </p:nvSpPr>
        <p:spPr>
          <a:xfrm>
            <a:off x="374904" y="4428490"/>
            <a:ext cx="5489578" cy="339214"/>
          </a:xfrm>
          <a:prstGeom prst="rect">
            <a:avLst/>
          </a:prstGeom>
        </p:spPr>
        <p:txBody>
          <a:bodyPr lIns="0" tIns="91440" rIns="91440" bIns="91440">
            <a:noAutofit/>
          </a:bodyPr>
          <a:lstStyle>
            <a:lvl1pPr marL="0" indent="0">
              <a:spcBef>
                <a:spcPts val="0"/>
              </a:spcBef>
              <a:buNone/>
              <a:defRPr sz="16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8" name="Footer Placeholder 5">
            <a:extLst>
              <a:ext uri="{FF2B5EF4-FFF2-40B4-BE49-F238E27FC236}">
                <a16:creationId xmlns:a16="http://schemas.microsoft.com/office/drawing/2014/main" id="{53248AD1-8A11-E3EC-9884-0BBCBFD4B0DD}"/>
              </a:ext>
            </a:extLst>
          </p:cNvPr>
          <p:cNvSpPr>
            <a:spLocks noGrp="1"/>
          </p:cNvSpPr>
          <p:nvPr>
            <p:ph type="ftr" sz="quarter" idx="14"/>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9" name="Slide Number Placeholder 6">
            <a:extLst>
              <a:ext uri="{FF2B5EF4-FFF2-40B4-BE49-F238E27FC236}">
                <a16:creationId xmlns:a16="http://schemas.microsoft.com/office/drawing/2014/main" id="{5B224345-8809-C0A6-5C83-CC531605A722}"/>
              </a:ext>
            </a:extLst>
          </p:cNvPr>
          <p:cNvSpPr>
            <a:spLocks noGrp="1"/>
          </p:cNvSpPr>
          <p:nvPr>
            <p:ph type="sldNum" sz="quarter" idx="15"/>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598214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with Dark Picture">
    <p:bg>
      <p:bgPr>
        <a:solidFill>
          <a:schemeClr val="tx1"/>
        </a:solidFill>
        <a:effectLst/>
      </p:bgPr>
    </p:bg>
    <p:spTree>
      <p:nvGrpSpPr>
        <p:cNvPr id="1" name=""/>
        <p:cNvGrpSpPr/>
        <p:nvPr/>
      </p:nvGrpSpPr>
      <p:grpSpPr>
        <a:xfrm>
          <a:off x="0" y="0"/>
          <a:ext cx="0" cy="0"/>
          <a:chOff x="0" y="0"/>
          <a:chExt cx="0" cy="0"/>
        </a:xfrm>
      </p:grpSpPr>
      <p:pic>
        <p:nvPicPr>
          <p:cNvPr id="11" name="Logo 1">
            <a:extLst>
              <a:ext uri="{FF2B5EF4-FFF2-40B4-BE49-F238E27FC236}">
                <a16:creationId xmlns:a16="http://schemas.microsoft.com/office/drawing/2014/main" id="{41EE02D7-CB3F-8F16-0CB6-37666FCF726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74907" y="388783"/>
            <a:ext cx="1019648" cy="291328"/>
          </a:xfrm>
          <a:prstGeom prst="rect">
            <a:avLst/>
          </a:prstGeom>
        </p:spPr>
      </p:pic>
      <p:sp>
        <p:nvSpPr>
          <p:cNvPr id="6" name="Title 2">
            <a:extLst>
              <a:ext uri="{FF2B5EF4-FFF2-40B4-BE49-F238E27FC236}">
                <a16:creationId xmlns:a16="http://schemas.microsoft.com/office/drawing/2014/main" id="{E61573E6-B8D4-8430-4213-0593B900E925}"/>
              </a:ext>
            </a:extLst>
          </p:cNvPr>
          <p:cNvSpPr>
            <a:spLocks noGrp="1"/>
          </p:cNvSpPr>
          <p:nvPr>
            <p:ph type="title" hasCustomPrompt="1"/>
          </p:nvPr>
        </p:nvSpPr>
        <p:spPr>
          <a:xfrm>
            <a:off x="374904" y="1869197"/>
            <a:ext cx="11423555" cy="1905000"/>
          </a:xfrm>
        </p:spPr>
        <p:txBody>
          <a:bodyPr lIns="0" tIns="91440" rIns="91440" bIns="91440" anchor="b"/>
          <a:lstStyle>
            <a:lvl1pPr>
              <a:lnSpc>
                <a:spcPct val="80000"/>
              </a:lnSpc>
              <a:defRPr sz="4800">
                <a:solidFill>
                  <a:schemeClr val="bg1"/>
                </a:solidFill>
              </a:defRPr>
            </a:lvl1pPr>
          </a:lstStyle>
          <a:p>
            <a:r>
              <a:rPr lang="en-US" dirty="0"/>
              <a:t>Click to edit</a:t>
            </a:r>
            <a:br>
              <a:rPr lang="en-US" dirty="0"/>
            </a:br>
            <a:r>
              <a:rPr lang="en-US" dirty="0"/>
              <a:t>master title style</a:t>
            </a:r>
          </a:p>
        </p:txBody>
      </p:sp>
      <p:sp>
        <p:nvSpPr>
          <p:cNvPr id="7" name="Subtitle 3">
            <a:extLst>
              <a:ext uri="{FF2B5EF4-FFF2-40B4-BE49-F238E27FC236}">
                <a16:creationId xmlns:a16="http://schemas.microsoft.com/office/drawing/2014/main" id="{1123C516-E0BB-A964-781C-EA42FCBF984F}"/>
              </a:ext>
            </a:extLst>
          </p:cNvPr>
          <p:cNvSpPr>
            <a:spLocks noGrp="1"/>
          </p:cNvSpPr>
          <p:nvPr>
            <p:ph type="subTitle" idx="1" hasCustomPrompt="1"/>
          </p:nvPr>
        </p:nvSpPr>
        <p:spPr>
          <a:xfrm>
            <a:off x="374904" y="3959860"/>
            <a:ext cx="8229600" cy="438912"/>
          </a:xfrm>
          <a:prstGeom prst="rect">
            <a:avLst/>
          </a:prstGeom>
        </p:spPr>
        <p:txBody>
          <a:bodyPr lIns="0" tIns="91440" rIns="91440" bIns="91440">
            <a:noAutofit/>
          </a:bodyPr>
          <a:lstStyle>
            <a:lvl1pPr marL="0" indent="0" algn="l">
              <a:spcBef>
                <a:spcPts val="0"/>
              </a:spcBef>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8" name="Date 4">
            <a:extLst>
              <a:ext uri="{FF2B5EF4-FFF2-40B4-BE49-F238E27FC236}">
                <a16:creationId xmlns:a16="http://schemas.microsoft.com/office/drawing/2014/main" id="{1AA152EE-6A85-BA73-B931-C33AB3F20B03}"/>
              </a:ext>
            </a:extLst>
          </p:cNvPr>
          <p:cNvSpPr>
            <a:spLocks noGrp="1"/>
          </p:cNvSpPr>
          <p:nvPr>
            <p:ph type="body" sz="quarter" idx="13" hasCustomPrompt="1"/>
          </p:nvPr>
        </p:nvSpPr>
        <p:spPr>
          <a:xfrm>
            <a:off x="374904" y="4428490"/>
            <a:ext cx="5489578" cy="339214"/>
          </a:xfrm>
          <a:prstGeom prst="rect">
            <a:avLst/>
          </a:prstGeom>
        </p:spPr>
        <p:txBody>
          <a:bodyPr lIns="0" tIns="91440" rIns="91440" bIns="91440">
            <a:noAutofit/>
          </a:bodyPr>
          <a:lstStyle>
            <a:lvl1pPr marL="0" indent="0">
              <a:spcBef>
                <a:spcPts val="0"/>
              </a:spcBef>
              <a:buNone/>
              <a:defRPr sz="16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9" name="Footer Placeholder 5">
            <a:extLst>
              <a:ext uri="{FF2B5EF4-FFF2-40B4-BE49-F238E27FC236}">
                <a16:creationId xmlns:a16="http://schemas.microsoft.com/office/drawing/2014/main" id="{B45B941A-E27A-9DA8-C939-CC5F0FF99378}"/>
              </a:ext>
            </a:extLst>
          </p:cNvPr>
          <p:cNvSpPr>
            <a:spLocks noGrp="1"/>
          </p:cNvSpPr>
          <p:nvPr>
            <p:ph type="ftr" sz="quarter" idx="14"/>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10" name="Slide Number Placeholder 6">
            <a:extLst>
              <a:ext uri="{FF2B5EF4-FFF2-40B4-BE49-F238E27FC236}">
                <a16:creationId xmlns:a16="http://schemas.microsoft.com/office/drawing/2014/main" id="{283D7914-730F-BB5B-DB43-42B3A93FA2DB}"/>
              </a:ext>
            </a:extLst>
          </p:cNvPr>
          <p:cNvSpPr>
            <a:spLocks noGrp="1"/>
          </p:cNvSpPr>
          <p:nvPr>
            <p:ph type="sldNum" sz="quarter" idx="15"/>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523372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Slide with Light Picture">
    <p:bg>
      <p:bgPr>
        <a:solidFill>
          <a:schemeClr val="bg1"/>
        </a:solidFill>
        <a:effectLst/>
      </p:bgPr>
    </p:bg>
    <p:spTree>
      <p:nvGrpSpPr>
        <p:cNvPr id="1" name=""/>
        <p:cNvGrpSpPr/>
        <p:nvPr/>
      </p:nvGrpSpPr>
      <p:grpSpPr>
        <a:xfrm>
          <a:off x="0" y="0"/>
          <a:ext cx="0" cy="0"/>
          <a:chOff x="0" y="0"/>
          <a:chExt cx="0" cy="0"/>
        </a:xfrm>
      </p:grpSpPr>
      <p:pic>
        <p:nvPicPr>
          <p:cNvPr id="5" name="Logo 1">
            <a:extLst>
              <a:ext uri="{FF2B5EF4-FFF2-40B4-BE49-F238E27FC236}">
                <a16:creationId xmlns:a16="http://schemas.microsoft.com/office/drawing/2014/main" id="{720F7DE3-5012-50D0-0EE0-FBB950E3661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74907" y="388784"/>
            <a:ext cx="1019648" cy="291328"/>
          </a:xfrm>
          <a:prstGeom prst="rect">
            <a:avLst/>
          </a:prstGeom>
        </p:spPr>
      </p:pic>
      <p:sp>
        <p:nvSpPr>
          <p:cNvPr id="3" name="Title 2">
            <a:extLst>
              <a:ext uri="{FF2B5EF4-FFF2-40B4-BE49-F238E27FC236}">
                <a16:creationId xmlns:a16="http://schemas.microsoft.com/office/drawing/2014/main" id="{3F279EB8-CDFE-09BD-F4D7-0D6F8188A6FC}"/>
              </a:ext>
            </a:extLst>
          </p:cNvPr>
          <p:cNvSpPr>
            <a:spLocks noGrp="1"/>
          </p:cNvSpPr>
          <p:nvPr>
            <p:ph type="title" hasCustomPrompt="1"/>
          </p:nvPr>
        </p:nvSpPr>
        <p:spPr>
          <a:xfrm>
            <a:off x="374904" y="1869197"/>
            <a:ext cx="11423555" cy="1905000"/>
          </a:xfrm>
        </p:spPr>
        <p:txBody>
          <a:bodyPr lIns="0" tIns="91440" rIns="91440" bIns="91440" anchor="b"/>
          <a:lstStyle>
            <a:lvl1pPr>
              <a:lnSpc>
                <a:spcPct val="80000"/>
              </a:lnSpc>
              <a:defRPr sz="4800">
                <a:solidFill>
                  <a:schemeClr val="tx1"/>
                </a:solidFill>
              </a:defRPr>
            </a:lvl1pPr>
          </a:lstStyle>
          <a:p>
            <a:r>
              <a:rPr lang="en-US" dirty="0"/>
              <a:t>Click to edit</a:t>
            </a:r>
            <a:br>
              <a:rPr lang="en-US" dirty="0"/>
            </a:br>
            <a:r>
              <a:rPr lang="en-US" dirty="0"/>
              <a:t>master title style</a:t>
            </a:r>
          </a:p>
        </p:txBody>
      </p:sp>
      <p:sp>
        <p:nvSpPr>
          <p:cNvPr id="6" name="Subtitle 3">
            <a:extLst>
              <a:ext uri="{FF2B5EF4-FFF2-40B4-BE49-F238E27FC236}">
                <a16:creationId xmlns:a16="http://schemas.microsoft.com/office/drawing/2014/main" id="{70ED5882-ECCA-248B-3DC8-794DF57E977D}"/>
              </a:ext>
            </a:extLst>
          </p:cNvPr>
          <p:cNvSpPr>
            <a:spLocks noGrp="1"/>
          </p:cNvSpPr>
          <p:nvPr>
            <p:ph type="subTitle" idx="1" hasCustomPrompt="1"/>
          </p:nvPr>
        </p:nvSpPr>
        <p:spPr>
          <a:xfrm>
            <a:off x="374904" y="3959860"/>
            <a:ext cx="8229600" cy="438912"/>
          </a:xfrm>
          <a:prstGeom prst="rect">
            <a:avLst/>
          </a:prstGeom>
        </p:spPr>
        <p:txBody>
          <a:bodyPr lIns="0" tIns="91440" rIns="91440" bIns="91440">
            <a:noAutofit/>
          </a:bodyPr>
          <a:lstStyle>
            <a:lvl1pPr marL="0" indent="0" algn="l">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7" name="Date 4">
            <a:extLst>
              <a:ext uri="{FF2B5EF4-FFF2-40B4-BE49-F238E27FC236}">
                <a16:creationId xmlns:a16="http://schemas.microsoft.com/office/drawing/2014/main" id="{C4135D23-F119-F3C7-29DA-ED5BA37508C7}"/>
              </a:ext>
            </a:extLst>
          </p:cNvPr>
          <p:cNvSpPr>
            <a:spLocks noGrp="1"/>
          </p:cNvSpPr>
          <p:nvPr>
            <p:ph type="body" sz="quarter" idx="13" hasCustomPrompt="1"/>
          </p:nvPr>
        </p:nvSpPr>
        <p:spPr>
          <a:xfrm>
            <a:off x="374904" y="4428490"/>
            <a:ext cx="5489578" cy="339214"/>
          </a:xfrm>
          <a:prstGeom prst="rect">
            <a:avLst/>
          </a:prstGeom>
        </p:spPr>
        <p:txBody>
          <a:bodyPr lIns="0" tIns="91440" rIns="91440" bIns="91440">
            <a:noAutofit/>
          </a:bodyPr>
          <a:lstStyle>
            <a:lvl1pPr marL="0" indent="0">
              <a:spcBef>
                <a:spcPts val="0"/>
              </a:spcBef>
              <a:buNone/>
              <a:defRPr sz="1600" baseline="0">
                <a:solidFill>
                  <a:schemeClr val="tx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8" name="Footer Placeholder 5">
            <a:extLst>
              <a:ext uri="{FF2B5EF4-FFF2-40B4-BE49-F238E27FC236}">
                <a16:creationId xmlns:a16="http://schemas.microsoft.com/office/drawing/2014/main" id="{669B609D-93CC-0D1B-385C-E03885EA102D}"/>
              </a:ext>
            </a:extLst>
          </p:cNvPr>
          <p:cNvSpPr>
            <a:spLocks noGrp="1"/>
          </p:cNvSpPr>
          <p:nvPr>
            <p:ph type="ftr" sz="quarter" idx="14"/>
          </p:nvPr>
        </p:nvSpPr>
        <p:spPr>
          <a:xfrm>
            <a:off x="5071873" y="6402310"/>
            <a:ext cx="6217666" cy="190500"/>
          </a:xfrm>
        </p:spPr>
        <p:txBody>
          <a:bodyPr/>
          <a:lstStyle>
            <a:lvl1pPr>
              <a:defRPr>
                <a:solidFill>
                  <a:schemeClr val="tx1"/>
                </a:solidFill>
              </a:defRPr>
            </a:lvl1pPr>
          </a:lstStyle>
          <a:p>
            <a:pPr algn="r"/>
            <a:r>
              <a:rPr lang="en-US"/>
              <a:t>HPE Internal Use Only</a:t>
            </a:r>
            <a:endParaRPr lang="en-US" dirty="0"/>
          </a:p>
        </p:txBody>
      </p:sp>
      <p:sp>
        <p:nvSpPr>
          <p:cNvPr id="9" name="Slide Number Placeholder 6">
            <a:extLst>
              <a:ext uri="{FF2B5EF4-FFF2-40B4-BE49-F238E27FC236}">
                <a16:creationId xmlns:a16="http://schemas.microsoft.com/office/drawing/2014/main" id="{3E360871-0799-B1F4-1E86-33B6A98F7787}"/>
              </a:ext>
            </a:extLst>
          </p:cNvPr>
          <p:cNvSpPr>
            <a:spLocks noGrp="1"/>
          </p:cNvSpPr>
          <p:nvPr>
            <p:ph type="sldNum" sz="quarter" idx="15"/>
          </p:nvPr>
        </p:nvSpPr>
        <p:spPr>
          <a:xfrm>
            <a:off x="11468100" y="6402310"/>
            <a:ext cx="340782" cy="190500"/>
          </a:xfrm>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73389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995078E-6BA9-B29A-8978-A4E1F7D83D5F}"/>
              </a:ext>
            </a:extLst>
          </p:cNvPr>
          <p:cNvSpPr>
            <a:spLocks noGrp="1"/>
          </p:cNvSpPr>
          <p:nvPr>
            <p:ph type="title"/>
          </p:nvPr>
        </p:nvSpPr>
        <p:spPr>
          <a:xfrm>
            <a:off x="374904" y="393192"/>
            <a:ext cx="11433978" cy="413258"/>
          </a:xfrm>
        </p:spPr>
        <p:txBody>
          <a:bodyPr/>
          <a:lstStyle/>
          <a:p>
            <a:r>
              <a:rPr lang="en-US"/>
              <a:t>Click to edit Master title style</a:t>
            </a:r>
            <a:endParaRPr lang="en-US" dirty="0"/>
          </a:p>
        </p:txBody>
      </p:sp>
      <p:sp>
        <p:nvSpPr>
          <p:cNvPr id="4" name="Text Placeholder 2">
            <a:extLst>
              <a:ext uri="{FF2B5EF4-FFF2-40B4-BE49-F238E27FC236}">
                <a16:creationId xmlns:a16="http://schemas.microsoft.com/office/drawing/2014/main" id="{57C769D4-11C5-5510-9B68-44226AAA31F5}"/>
              </a:ext>
            </a:extLst>
          </p:cNvPr>
          <p:cNvSpPr>
            <a:spLocks noGrp="1"/>
          </p:cNvSpPr>
          <p:nvPr>
            <p:ph type="body" sz="quarter" idx="12"/>
          </p:nvPr>
        </p:nvSpPr>
        <p:spPr>
          <a:xfrm>
            <a:off x="413999" y="1071223"/>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5" name="Text Placeholder 3">
            <a:extLst>
              <a:ext uri="{FF2B5EF4-FFF2-40B4-BE49-F238E27FC236}">
                <a16:creationId xmlns:a16="http://schemas.microsoft.com/office/drawing/2014/main" id="{4408A4CA-37F0-6B1E-09E7-F19C0AEF6006}"/>
              </a:ext>
            </a:extLst>
          </p:cNvPr>
          <p:cNvSpPr>
            <a:spLocks noGrp="1"/>
          </p:cNvSpPr>
          <p:nvPr>
            <p:ph type="body" sz="quarter" idx="13"/>
          </p:nvPr>
        </p:nvSpPr>
        <p:spPr>
          <a:xfrm>
            <a:off x="413999" y="1931284"/>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8" name="Text Placeholder 4">
            <a:extLst>
              <a:ext uri="{FF2B5EF4-FFF2-40B4-BE49-F238E27FC236}">
                <a16:creationId xmlns:a16="http://schemas.microsoft.com/office/drawing/2014/main" id="{220236C6-12B3-8499-D425-273F7833F81C}"/>
              </a:ext>
            </a:extLst>
          </p:cNvPr>
          <p:cNvSpPr>
            <a:spLocks noGrp="1"/>
          </p:cNvSpPr>
          <p:nvPr>
            <p:ph type="body" sz="quarter" idx="14"/>
          </p:nvPr>
        </p:nvSpPr>
        <p:spPr>
          <a:xfrm>
            <a:off x="413999" y="2791345"/>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9" name="Text Placeholder 5">
            <a:extLst>
              <a:ext uri="{FF2B5EF4-FFF2-40B4-BE49-F238E27FC236}">
                <a16:creationId xmlns:a16="http://schemas.microsoft.com/office/drawing/2014/main" id="{D6B572AC-BB48-9E23-DDCF-E31643A3155B}"/>
              </a:ext>
            </a:extLst>
          </p:cNvPr>
          <p:cNvSpPr>
            <a:spLocks noGrp="1"/>
          </p:cNvSpPr>
          <p:nvPr>
            <p:ph type="body" sz="quarter" idx="15"/>
          </p:nvPr>
        </p:nvSpPr>
        <p:spPr>
          <a:xfrm>
            <a:off x="413999" y="3651406"/>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A69CB8A5-9BDC-752D-9C47-2E16670FD695}"/>
              </a:ext>
            </a:extLst>
          </p:cNvPr>
          <p:cNvSpPr>
            <a:spLocks noGrp="1"/>
          </p:cNvSpPr>
          <p:nvPr>
            <p:ph type="body" sz="quarter" idx="16"/>
          </p:nvPr>
        </p:nvSpPr>
        <p:spPr>
          <a:xfrm>
            <a:off x="413999" y="4511467"/>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7" name="Text Placeholder 7">
            <a:extLst>
              <a:ext uri="{FF2B5EF4-FFF2-40B4-BE49-F238E27FC236}">
                <a16:creationId xmlns:a16="http://schemas.microsoft.com/office/drawing/2014/main" id="{77ABB9AA-AB86-5864-19E9-738CED2F7051}"/>
              </a:ext>
            </a:extLst>
          </p:cNvPr>
          <p:cNvSpPr>
            <a:spLocks noGrp="1"/>
          </p:cNvSpPr>
          <p:nvPr>
            <p:ph type="body" sz="quarter" idx="18"/>
          </p:nvPr>
        </p:nvSpPr>
        <p:spPr>
          <a:xfrm>
            <a:off x="413999" y="5371526"/>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8" name="Footer Placeholder 8">
            <a:extLst>
              <a:ext uri="{FF2B5EF4-FFF2-40B4-BE49-F238E27FC236}">
                <a16:creationId xmlns:a16="http://schemas.microsoft.com/office/drawing/2014/main" id="{8BAA1AB5-6912-4B74-493A-06DE8531DAF7}"/>
              </a:ext>
            </a:extLst>
          </p:cNvPr>
          <p:cNvSpPr>
            <a:spLocks noGrp="1"/>
          </p:cNvSpPr>
          <p:nvPr>
            <p:ph type="ftr" sz="quarter" idx="19"/>
          </p:nvPr>
        </p:nvSpPr>
        <p:spPr>
          <a:xfrm>
            <a:off x="5071873" y="6402310"/>
            <a:ext cx="6217666" cy="190500"/>
          </a:xfrm>
        </p:spPr>
        <p:txBody>
          <a:bodyPr/>
          <a:lstStyle/>
          <a:p>
            <a:pPr algn="r"/>
            <a:r>
              <a:rPr lang="en-US"/>
              <a:t>HPE Internal Use Only</a:t>
            </a:r>
            <a:endParaRPr lang="en-US" dirty="0"/>
          </a:p>
        </p:txBody>
      </p:sp>
      <p:sp>
        <p:nvSpPr>
          <p:cNvPr id="19" name="Slide Number Placeholder 9">
            <a:extLst>
              <a:ext uri="{FF2B5EF4-FFF2-40B4-BE49-F238E27FC236}">
                <a16:creationId xmlns:a16="http://schemas.microsoft.com/office/drawing/2014/main" id="{5F136272-6F9F-CFA9-52C4-5BF9AF5B79EE}"/>
              </a:ext>
            </a:extLst>
          </p:cNvPr>
          <p:cNvSpPr>
            <a:spLocks noGrp="1"/>
          </p:cNvSpPr>
          <p:nvPr>
            <p:ph type="sldNum" sz="quarter" idx="20"/>
          </p:nvPr>
        </p:nvSpPr>
        <p:spPr>
          <a:xfrm>
            <a:off x="11468100" y="6402310"/>
            <a:ext cx="340782" cy="190500"/>
          </a:xfrm>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000914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7CD7E-11CE-63D2-4531-69834B1D5C4A}"/>
              </a:ext>
            </a:extLst>
          </p:cNvPr>
          <p:cNvSpPr>
            <a:spLocks noGrp="1"/>
          </p:cNvSpPr>
          <p:nvPr>
            <p:ph type="title" hasCustomPrompt="1"/>
          </p:nvPr>
        </p:nvSpPr>
        <p:spPr>
          <a:xfrm>
            <a:off x="284398" y="1386402"/>
            <a:ext cx="7518482" cy="4085196"/>
          </a:xfrm>
        </p:spPr>
        <p:txBody>
          <a:bodyPr lIns="91440" anchor="ctr" anchorCtr="0"/>
          <a:lstStyle>
            <a:lvl1pPr marL="219456" indent="-219456">
              <a:defRPr sz="4000" b="0" cap="none" baseline="0">
                <a:solidFill>
                  <a:schemeClr val="bg1"/>
                </a:solidFill>
                <a:latin typeface="HPE Graphik Light" pitchFamily="50" charset="0"/>
                <a:cs typeface="HPE Graphik Light" pitchFamily="50" charset="0"/>
              </a:defRPr>
            </a:lvl1pPr>
          </a:lstStyle>
          <a:p>
            <a:r>
              <a:rPr lang="en-US" dirty="0"/>
              <a:t>“Click to add quote here. Type quotation marks before and after text.”</a:t>
            </a:r>
          </a:p>
        </p:txBody>
      </p:sp>
      <p:sp>
        <p:nvSpPr>
          <p:cNvPr id="3" name="Text Placeholder 2">
            <a:extLst>
              <a:ext uri="{FF2B5EF4-FFF2-40B4-BE49-F238E27FC236}">
                <a16:creationId xmlns:a16="http://schemas.microsoft.com/office/drawing/2014/main" id="{56D333DE-0E0D-0EEE-D835-7DAF90B329CA}"/>
              </a:ext>
            </a:extLst>
          </p:cNvPr>
          <p:cNvSpPr>
            <a:spLocks noGrp="1"/>
          </p:cNvSpPr>
          <p:nvPr>
            <p:ph type="body" sz="quarter" idx="14" hasCustomPrompt="1"/>
          </p:nvPr>
        </p:nvSpPr>
        <p:spPr>
          <a:xfrm>
            <a:off x="550866" y="5471598"/>
            <a:ext cx="8228011" cy="533400"/>
          </a:xfrm>
          <a:prstGeom prst="rect">
            <a:avLst/>
          </a:prstGeom>
        </p:spPr>
        <p:txBody>
          <a:bodyPr lIns="91440">
            <a:noAutofit/>
          </a:bodyPr>
          <a:lstStyle>
            <a:lvl1pPr marL="0" indent="0">
              <a:spcBef>
                <a:spcPts val="0"/>
              </a:spcBef>
              <a:buFontTx/>
              <a:buNone/>
              <a:defRPr sz="2000">
                <a:solidFill>
                  <a:schemeClr val="bg1"/>
                </a:solidFill>
                <a:latin typeface="+mn-lt"/>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add quoted person’s name, title, company</a:t>
            </a:r>
          </a:p>
        </p:txBody>
      </p:sp>
      <p:sp>
        <p:nvSpPr>
          <p:cNvPr id="6" name="Footer Placeholder 3">
            <a:extLst>
              <a:ext uri="{FF2B5EF4-FFF2-40B4-BE49-F238E27FC236}">
                <a16:creationId xmlns:a16="http://schemas.microsoft.com/office/drawing/2014/main" id="{85278043-CF39-0218-49D7-3FE7C6E20BF4}"/>
              </a:ext>
            </a:extLst>
          </p:cNvPr>
          <p:cNvSpPr>
            <a:spLocks noGrp="1"/>
          </p:cNvSpPr>
          <p:nvPr>
            <p:ph type="ftr" sz="quarter" idx="15"/>
          </p:nvPr>
        </p:nvSpPr>
        <p:spPr>
          <a:xfrm>
            <a:off x="5071873" y="6402310"/>
            <a:ext cx="6217666" cy="190500"/>
          </a:xfrm>
        </p:spPr>
        <p:txBody>
          <a:bodyPr/>
          <a:lstStyle>
            <a:lvl1pPr>
              <a:defRPr>
                <a:solidFill>
                  <a:schemeClr val="bg1"/>
                </a:solidFill>
              </a:defRPr>
            </a:lvl1pPr>
          </a:lstStyle>
          <a:p>
            <a:pPr algn="r"/>
            <a:r>
              <a:rPr lang="en-US"/>
              <a:t>HPE Internal Use Only</a:t>
            </a:r>
            <a:endParaRPr lang="en-US" dirty="0"/>
          </a:p>
        </p:txBody>
      </p:sp>
      <p:sp>
        <p:nvSpPr>
          <p:cNvPr id="7" name="Slide Number Placeholder 4">
            <a:extLst>
              <a:ext uri="{FF2B5EF4-FFF2-40B4-BE49-F238E27FC236}">
                <a16:creationId xmlns:a16="http://schemas.microsoft.com/office/drawing/2014/main" id="{EA8EED69-8D6E-06A2-06C4-C80409BFFF90}"/>
              </a:ext>
            </a:extLst>
          </p:cNvPr>
          <p:cNvSpPr>
            <a:spLocks noGrp="1"/>
          </p:cNvSpPr>
          <p:nvPr>
            <p:ph type="sldNum" sz="quarter" idx="16"/>
          </p:nvPr>
        </p:nvSpPr>
        <p:spPr>
          <a:xfrm>
            <a:off x="11468100" y="6402310"/>
            <a:ext cx="340782" cy="190500"/>
          </a:xfrm>
        </p:spPr>
        <p:txBody>
          <a:bodyPr/>
          <a:lstStyle>
            <a:lvl1pPr>
              <a:defRPr>
                <a:solidFill>
                  <a:schemeClr val="bg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238542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BBAF935-634C-17A6-9067-A3943181C0B7}"/>
              </a:ext>
            </a:extLst>
          </p:cNvPr>
          <p:cNvSpPr>
            <a:spLocks noGrp="1"/>
          </p:cNvSpPr>
          <p:nvPr>
            <p:ph type="title"/>
          </p:nvPr>
        </p:nvSpPr>
        <p:spPr>
          <a:xfrm>
            <a:off x="374904" y="393192"/>
            <a:ext cx="11433978" cy="413258"/>
          </a:xfrm>
          <a:prstGeom prst="rect">
            <a:avLst/>
          </a:prstGeom>
        </p:spPr>
        <p:txBody>
          <a:bodyPr vert="horz" lIns="0" tIns="0" rIns="0" bIns="0" rtlCol="0" anchor="t" anchorCtr="0">
            <a:noAutofit/>
          </a:bodyPr>
          <a:lstStyle/>
          <a:p>
            <a:r>
              <a:rPr lang="en-US" dirty="0"/>
              <a:t>Master Layout</a:t>
            </a:r>
          </a:p>
        </p:txBody>
      </p:sp>
      <p:sp>
        <p:nvSpPr>
          <p:cNvPr id="8" name="Text Placeholder 2">
            <a:extLst>
              <a:ext uri="{FF2B5EF4-FFF2-40B4-BE49-F238E27FC236}">
                <a16:creationId xmlns:a16="http://schemas.microsoft.com/office/drawing/2014/main" id="{B1B58AA9-6583-B2CF-219A-2FB5667098D4}"/>
              </a:ext>
            </a:extLst>
          </p:cNvPr>
          <p:cNvSpPr>
            <a:spLocks noGrp="1"/>
          </p:cNvSpPr>
          <p:nvPr>
            <p:ph type="body" idx="1"/>
          </p:nvPr>
        </p:nvSpPr>
        <p:spPr>
          <a:xfrm>
            <a:off x="374903" y="1165860"/>
            <a:ext cx="11433977" cy="50976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Element 3">
            <a:extLst>
              <a:ext uri="{FF2B5EF4-FFF2-40B4-BE49-F238E27FC236}">
                <a16:creationId xmlns:a16="http://schemas.microsoft.com/office/drawing/2014/main" id="{6B08A42B-FEF2-71A1-E836-A83C6ED4ECE2}"/>
              </a:ext>
            </a:extLst>
          </p:cNvPr>
          <p:cNvPicPr>
            <a:picLocks noChangeAspect="1"/>
          </p:cNvPicPr>
          <p:nvPr userDrawn="1"/>
        </p:nvPicPr>
        <p:blipFill>
          <a:blip>
            <a:extLst>
              <a:ext uri="{96DAC541-7B7A-43D3-8B79-37D633B846F1}">
                <asvg:svgBlip xmlns:asvg="http://schemas.microsoft.com/office/drawing/2016/SVG/main" r:embed="rId56"/>
              </a:ext>
            </a:extLst>
          </a:blip>
          <a:stretch>
            <a:fillRect/>
          </a:stretch>
        </p:blipFill>
        <p:spPr>
          <a:xfrm flipV="1">
            <a:off x="374651" y="6402311"/>
            <a:ext cx="527812" cy="150888"/>
          </a:xfrm>
          <a:prstGeom prst="rect">
            <a:avLst/>
          </a:prstGeom>
        </p:spPr>
      </p:pic>
      <p:sp>
        <p:nvSpPr>
          <p:cNvPr id="10" name="Footer Placeholder 4">
            <a:extLst>
              <a:ext uri="{FF2B5EF4-FFF2-40B4-BE49-F238E27FC236}">
                <a16:creationId xmlns:a16="http://schemas.microsoft.com/office/drawing/2014/main" id="{40BF3C23-2EED-86C3-4A54-21676D27513A}"/>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bg1"/>
                </a:solidFill>
                <a:latin typeface="+mn-lt"/>
              </a:defRPr>
            </a:lvl1pPr>
          </a:lstStyle>
          <a:p>
            <a:pPr algn="r"/>
            <a:r>
              <a:rPr lang="en-US"/>
              <a:t>HPE Internal Use Only</a:t>
            </a:r>
            <a:endParaRPr lang="en-US" dirty="0"/>
          </a:p>
        </p:txBody>
      </p:sp>
      <p:sp>
        <p:nvSpPr>
          <p:cNvPr id="11" name="Slide Number Placeholder 5">
            <a:extLst>
              <a:ext uri="{FF2B5EF4-FFF2-40B4-BE49-F238E27FC236}">
                <a16:creationId xmlns:a16="http://schemas.microsoft.com/office/drawing/2014/main" id="{AAAEFF32-CFAE-69C9-9DB0-6AC1F3E51807}"/>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bg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69189763"/>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821" r:id="rId4"/>
    <p:sldLayoutId id="2147483843" r:id="rId5"/>
    <p:sldLayoutId id="2147483654" r:id="rId6"/>
    <p:sldLayoutId id="2147483822" r:id="rId7"/>
    <p:sldLayoutId id="2147483656" r:id="rId8"/>
    <p:sldLayoutId id="2147483657" r:id="rId9"/>
    <p:sldLayoutId id="2147483658" r:id="rId10"/>
    <p:sldLayoutId id="2147483659" r:id="rId11"/>
    <p:sldLayoutId id="2147483845" r:id="rId12"/>
    <p:sldLayoutId id="2147483846" r:id="rId13"/>
    <p:sldLayoutId id="2147483797" r:id="rId14"/>
    <p:sldLayoutId id="2147483661" r:id="rId15"/>
    <p:sldLayoutId id="2147483796" r:id="rId16"/>
    <p:sldLayoutId id="2147483799" r:id="rId17"/>
    <p:sldLayoutId id="2147483802" r:id="rId18"/>
    <p:sldLayoutId id="2147483800" r:id="rId19"/>
    <p:sldLayoutId id="2147483801" r:id="rId20"/>
    <p:sldLayoutId id="2147483806" r:id="rId21"/>
    <p:sldLayoutId id="2147483807" r:id="rId22"/>
    <p:sldLayoutId id="2147483812" r:id="rId23"/>
    <p:sldLayoutId id="2147483665" r:id="rId24"/>
    <p:sldLayoutId id="2147483816" r:id="rId25"/>
    <p:sldLayoutId id="2147483662" r:id="rId26"/>
    <p:sldLayoutId id="2147483813" r:id="rId27"/>
    <p:sldLayoutId id="2147483817" r:id="rId28"/>
    <p:sldLayoutId id="2147483808" r:id="rId29"/>
    <p:sldLayoutId id="2147483810" r:id="rId30"/>
    <p:sldLayoutId id="2147483809" r:id="rId31"/>
    <p:sldLayoutId id="2147483811" r:id="rId32"/>
    <p:sldLayoutId id="2147483839" r:id="rId33"/>
    <p:sldLayoutId id="2147483829" r:id="rId34"/>
    <p:sldLayoutId id="2147483832" r:id="rId35"/>
    <p:sldLayoutId id="2147483837" r:id="rId36"/>
    <p:sldLayoutId id="2147483747" r:id="rId37"/>
    <p:sldLayoutId id="2147483673" r:id="rId38"/>
    <p:sldLayoutId id="2147483674" r:id="rId39"/>
    <p:sldLayoutId id="2147483842" r:id="rId40"/>
    <p:sldLayoutId id="2147483682" r:id="rId41"/>
    <p:sldLayoutId id="2147483683" r:id="rId42"/>
    <p:sldLayoutId id="2147483684" r:id="rId43"/>
    <p:sldLayoutId id="2147483685" r:id="rId44"/>
    <p:sldLayoutId id="2147483686" r:id="rId45"/>
    <p:sldLayoutId id="2147483687" r:id="rId46"/>
    <p:sldLayoutId id="2147483804" r:id="rId47"/>
    <p:sldLayoutId id="2147483824" r:id="rId48"/>
    <p:sldLayoutId id="2147483844" r:id="rId49"/>
    <p:sldLayoutId id="2147483749" r:id="rId50"/>
    <p:sldLayoutId id="2147483750" r:id="rId51"/>
    <p:sldLayoutId id="2147483751" r:id="rId52"/>
    <p:sldLayoutId id="2147483753" r:id="rId53"/>
    <p:sldLayoutId id="2147483795" r:id="rId5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000" b="1" i="0" kern="1200">
          <a:solidFill>
            <a:schemeClr val="bg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bg1"/>
          </a:solidFill>
          <a:latin typeface="+mn-lt"/>
          <a:ea typeface="+mn-ea"/>
          <a:cs typeface="+mn-cs"/>
        </a:defRPr>
      </a:lvl1pPr>
      <a:lvl2pPr marL="270000" indent="-270000" algn="l" defTabSz="914400" rtl="0" eaLnBrk="1" latinLnBrk="0" hangingPunct="1">
        <a:lnSpc>
          <a:spcPct val="100000"/>
        </a:lnSpc>
        <a:spcBef>
          <a:spcPts val="600"/>
        </a:spcBef>
        <a:buFont typeface="HPE Graphik" pitchFamily="50" charset="0"/>
        <a:buChar char="—"/>
        <a:tabLst>
          <a:tab pos="266700" algn="l"/>
        </a:tabLst>
        <a:defRPr sz="1600" b="0" i="0" kern="1200">
          <a:solidFill>
            <a:schemeClr val="bg1"/>
          </a:solidFill>
          <a:latin typeface="+mn-lt"/>
          <a:ea typeface="+mn-ea"/>
          <a:cs typeface="+mn-cs"/>
        </a:defRPr>
      </a:lvl2pPr>
      <a:lvl3pPr marL="540000" indent="-270000" algn="l" defTabSz="914400" rtl="0" eaLnBrk="1" latinLnBrk="0" hangingPunct="1">
        <a:lnSpc>
          <a:spcPct val="100000"/>
        </a:lnSpc>
        <a:spcBef>
          <a:spcPts val="600"/>
        </a:spcBef>
        <a:buFont typeface="Arial" panose="020B0604020202020204" pitchFamily="34" charset="0"/>
        <a:buChar char="•"/>
        <a:tabLst>
          <a:tab pos="1436688" algn="l"/>
        </a:tabLst>
        <a:defRPr sz="1400" b="0" i="0" kern="1200" baseline="0">
          <a:solidFill>
            <a:schemeClr val="bg1"/>
          </a:solidFill>
          <a:latin typeface="+mn-lt"/>
          <a:ea typeface="+mn-ea"/>
          <a:cs typeface="+mn-cs"/>
        </a:defRPr>
      </a:lvl3pPr>
      <a:lvl4pPr marL="810000" indent="-270000" algn="l" defTabSz="914400" rtl="0" eaLnBrk="1" latinLnBrk="0" hangingPunct="1">
        <a:lnSpc>
          <a:spcPct val="100000"/>
        </a:lnSpc>
        <a:spcBef>
          <a:spcPts val="600"/>
        </a:spcBef>
        <a:buFont typeface="Arial" panose="020B0604020202020204" pitchFamily="34" charset="0"/>
        <a:buChar char="•"/>
        <a:tabLst/>
        <a:defRPr sz="1400" b="0" i="0" kern="1200" baseline="0">
          <a:solidFill>
            <a:schemeClr val="bg1"/>
          </a:solidFill>
          <a:latin typeface="+mn-lt"/>
          <a:ea typeface="+mn-ea"/>
          <a:cs typeface="+mn-cs"/>
        </a:defRPr>
      </a:lvl4pPr>
      <a:lvl5pPr marL="1080000" indent="-271463" algn="l" defTabSz="914400" rtl="0" eaLnBrk="1" latinLnBrk="0" hangingPunct="1">
        <a:lnSpc>
          <a:spcPct val="90000"/>
        </a:lnSpc>
        <a:spcBef>
          <a:spcPts val="600"/>
        </a:spcBef>
        <a:buFont typeface="Arial" panose="020B0604020202020204" pitchFamily="34" charset="0"/>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8" orient="horz" pos="2160">
          <p15:clr>
            <a:srgbClr val="F26B43"/>
          </p15:clr>
        </p15:guide>
        <p15:guide id="49" pos="3840">
          <p15:clr>
            <a:srgbClr val="F26B43"/>
          </p15:clr>
        </p15:guide>
        <p15:guide id="51" pos="236">
          <p15:clr>
            <a:srgbClr val="F26B43"/>
          </p15:clr>
        </p15:guide>
        <p15:guide id="52" pos="7439">
          <p15:clr>
            <a:srgbClr val="F26B43"/>
          </p15:clr>
        </p15:guide>
        <p15:guide id="53" orient="horz" pos="236">
          <p15:clr>
            <a:srgbClr val="F26B43"/>
          </p15:clr>
        </p15:guide>
        <p15:guide id="54" orient="horz" pos="4128">
          <p15:clr>
            <a:srgbClr val="F26B43"/>
          </p15:clr>
        </p15:guide>
        <p15:guide id="55" orient="horz" pos="3812">
          <p15:clr>
            <a:srgbClr val="F26B43"/>
          </p15:clr>
        </p15:guide>
        <p15:guide id="57" orient="horz" pos="1210">
          <p15:clr>
            <a:srgbClr val="F26B43"/>
          </p15:clr>
        </p15:guide>
        <p15:guide id="63" pos="796">
          <p15:clr>
            <a:srgbClr val="F26B43"/>
          </p15:clr>
        </p15:guide>
        <p15:guide id="64" pos="844">
          <p15:clr>
            <a:srgbClr val="F26B43"/>
          </p15:clr>
        </p15:guide>
        <p15:guide id="65" pos="1400">
          <p15:clr>
            <a:srgbClr val="F26B43"/>
          </p15:clr>
        </p15:guide>
        <p15:guide id="66" pos="1444">
          <p15:clr>
            <a:srgbClr val="F26B43"/>
          </p15:clr>
        </p15:guide>
        <p15:guide id="67" pos="2004">
          <p15:clr>
            <a:srgbClr val="F26B43"/>
          </p15:clr>
        </p15:guide>
        <p15:guide id="68" pos="2048">
          <p15:clr>
            <a:srgbClr val="F26B43"/>
          </p15:clr>
        </p15:guide>
        <p15:guide id="69" pos="2608">
          <p15:clr>
            <a:srgbClr val="F26B43"/>
          </p15:clr>
        </p15:guide>
        <p15:guide id="70" pos="2656">
          <p15:clr>
            <a:srgbClr val="F26B43"/>
          </p15:clr>
        </p15:guide>
        <p15:guide id="71" pos="3208">
          <p15:clr>
            <a:srgbClr val="F26B43"/>
          </p15:clr>
        </p15:guide>
        <p15:guide id="72" pos="3256">
          <p15:clr>
            <a:srgbClr val="F26B43"/>
          </p15:clr>
        </p15:guide>
        <p15:guide id="73" pos="3812">
          <p15:clr>
            <a:srgbClr val="F26B43"/>
          </p15:clr>
        </p15:guide>
        <p15:guide id="74" pos="3864">
          <p15:clr>
            <a:srgbClr val="F26B43"/>
          </p15:clr>
        </p15:guide>
        <p15:guide id="75" pos="4416">
          <p15:clr>
            <a:srgbClr val="F26B43"/>
          </p15:clr>
        </p15:guide>
        <p15:guide id="76" pos="4468">
          <p15:clr>
            <a:srgbClr val="F26B43"/>
          </p15:clr>
        </p15:guide>
        <p15:guide id="77" pos="5020">
          <p15:clr>
            <a:srgbClr val="F26B43"/>
          </p15:clr>
        </p15:guide>
        <p15:guide id="78" pos="5068">
          <p15:clr>
            <a:srgbClr val="F26B43"/>
          </p15:clr>
        </p15:guide>
        <p15:guide id="79" pos="5624">
          <p15:clr>
            <a:srgbClr val="F26B43"/>
          </p15:clr>
        </p15:guide>
        <p15:guide id="80" pos="5676">
          <p15:clr>
            <a:srgbClr val="F26B43"/>
          </p15:clr>
        </p15:guide>
        <p15:guide id="81" pos="6232">
          <p15:clr>
            <a:srgbClr val="F26B43"/>
          </p15:clr>
        </p15:guide>
        <p15:guide id="82" pos="6280">
          <p15:clr>
            <a:srgbClr val="F26B43"/>
          </p15:clr>
        </p15:guide>
        <p15:guide id="83" pos="6832">
          <p15:clr>
            <a:srgbClr val="F26B43"/>
          </p15:clr>
        </p15:guide>
        <p15:guide id="84" pos="6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2" Type="http://schemas.openxmlformats.org/officeDocument/2006/relationships/hyperlink" Target="https://share.percipio.com/cd/q2oWsHmvD" TargetMode="Externa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Rounded Rectangle 1"/>
          <p:cNvSpPr/>
          <p:nvPr/>
        </p:nvSpPr>
        <p:spPr>
          <a:xfrm>
            <a:off x="3657600" y="914400"/>
            <a:ext cx="4846320" cy="411480"/>
          </a:xfrm>
          <a:prstGeom prst="roundRect">
            <a:avLst/>
          </a:prstGeom>
          <a:solidFill>
            <a:srgbClr val="00B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0" y="932688"/>
            <a:ext cx="4846320" cy="411480"/>
          </a:xfrm>
          <a:prstGeom prst="rect">
            <a:avLst/>
          </a:prstGeom>
          <a:noFill/>
        </p:spPr>
        <p:txBody>
          <a:bodyPr wrap="square"/>
          <a:lstStyle/>
          <a:p>
            <a:pPr algn="ctr"/>
            <a:r>
              <a:rPr sz="1200" b="1">
                <a:solidFill>
                  <a:srgbClr val="292D3A"/>
                </a:solidFill>
                <a:latin typeface="HPE Graphik Semibold"/>
              </a:rPr>
              <a:t>STRATEGYZER PATTERN LIBRARY</a:t>
            </a:r>
          </a:p>
        </p:txBody>
      </p:sp>
      <p:sp>
        <p:nvSpPr>
          <p:cNvPr id="4" name="TextBox 3"/>
          <p:cNvSpPr txBox="1"/>
          <p:nvPr/>
        </p:nvSpPr>
        <p:spPr>
          <a:xfrm>
            <a:off x="914400" y="1828800"/>
            <a:ext cx="10332720" cy="731520"/>
          </a:xfrm>
          <a:prstGeom prst="rect">
            <a:avLst/>
          </a:prstGeom>
          <a:noFill/>
        </p:spPr>
        <p:txBody>
          <a:bodyPr wrap="square"/>
          <a:lstStyle/>
          <a:p>
            <a:pPr algn="ctr"/>
            <a:r>
              <a:rPr sz="3600" b="1">
                <a:solidFill>
                  <a:srgbClr val="00E0AF"/>
                </a:solidFill>
                <a:latin typeface="HPE Graphik Semibold"/>
              </a:rPr>
              <a:t>INVENT New Growth &amp;</a:t>
            </a:r>
          </a:p>
        </p:txBody>
      </p:sp>
      <p:sp>
        <p:nvSpPr>
          <p:cNvPr id="5" name="TextBox 4"/>
          <p:cNvSpPr txBox="1"/>
          <p:nvPr/>
        </p:nvSpPr>
        <p:spPr>
          <a:xfrm>
            <a:off x="914400" y="2468880"/>
            <a:ext cx="10332720" cy="731520"/>
          </a:xfrm>
          <a:prstGeom prst="rect">
            <a:avLst/>
          </a:prstGeom>
          <a:noFill/>
        </p:spPr>
        <p:txBody>
          <a:bodyPr wrap="square"/>
          <a:lstStyle/>
          <a:p>
            <a:pPr algn="ctr"/>
            <a:r>
              <a:rPr sz="3600" b="1">
                <a:solidFill>
                  <a:srgbClr val="9B84FC"/>
                </a:solidFill>
                <a:latin typeface="HPE Graphik Semibold"/>
              </a:rPr>
              <a:t>SHIFT Existing Models</a:t>
            </a:r>
          </a:p>
        </p:txBody>
      </p:sp>
      <p:sp>
        <p:nvSpPr>
          <p:cNvPr id="6" name="TextBox 5"/>
          <p:cNvSpPr txBox="1"/>
          <p:nvPr/>
        </p:nvSpPr>
        <p:spPr>
          <a:xfrm>
            <a:off x="2286000" y="3474720"/>
            <a:ext cx="7589520" cy="914400"/>
          </a:xfrm>
          <a:prstGeom prst="rect">
            <a:avLst/>
          </a:prstGeom>
          <a:noFill/>
        </p:spPr>
        <p:txBody>
          <a:bodyPr wrap="square"/>
          <a:lstStyle/>
          <a:p>
            <a:pPr algn="ctr"/>
            <a:r>
              <a:rPr sz="1400" b="0">
                <a:solidFill>
                  <a:srgbClr val="B1B9BE"/>
                </a:solidFill>
                <a:latin typeface="HPE Graphik"/>
              </a:rPr>
              <a:t>21 business model patterns from The Invincible Company — the canonical playbook for innovation portfolio strategy.</a:t>
            </a:r>
          </a:p>
        </p:txBody>
      </p:sp>
      <p:sp>
        <p:nvSpPr>
          <p:cNvPr id="7" name="TextBox 6"/>
          <p:cNvSpPr txBox="1"/>
          <p:nvPr/>
        </p:nvSpPr>
        <p:spPr>
          <a:xfrm>
            <a:off x="1828800" y="4572000"/>
            <a:ext cx="1828800" cy="548640"/>
          </a:xfrm>
          <a:prstGeom prst="rect">
            <a:avLst/>
          </a:prstGeom>
          <a:noFill/>
        </p:spPr>
        <p:txBody>
          <a:bodyPr wrap="square"/>
          <a:lstStyle/>
          <a:p>
            <a:pPr algn="ctr"/>
            <a:r>
              <a:rPr sz="3600" b="1">
                <a:solidFill>
                  <a:srgbClr val="00E0AF"/>
                </a:solidFill>
                <a:latin typeface="HPE Graphik Semibold"/>
              </a:rPr>
              <a:t>9</a:t>
            </a:r>
          </a:p>
        </p:txBody>
      </p:sp>
      <p:sp>
        <p:nvSpPr>
          <p:cNvPr id="8" name="TextBox 7"/>
          <p:cNvSpPr txBox="1"/>
          <p:nvPr/>
        </p:nvSpPr>
        <p:spPr>
          <a:xfrm>
            <a:off x="1828800" y="5120640"/>
            <a:ext cx="1828800" cy="274320"/>
          </a:xfrm>
          <a:prstGeom prst="rect">
            <a:avLst/>
          </a:prstGeom>
          <a:noFill/>
        </p:spPr>
        <p:txBody>
          <a:bodyPr wrap="square"/>
          <a:lstStyle/>
          <a:p>
            <a:pPr algn="ctr"/>
            <a:r>
              <a:rPr sz="900" b="0">
                <a:solidFill>
                  <a:srgbClr val="B1B9BE"/>
                </a:solidFill>
                <a:latin typeface="HPE Graphik"/>
              </a:rPr>
              <a:t>INVENT Patterns</a:t>
            </a:r>
          </a:p>
        </p:txBody>
      </p:sp>
      <p:sp>
        <p:nvSpPr>
          <p:cNvPr id="9" name="TextBox 8"/>
          <p:cNvSpPr txBox="1"/>
          <p:nvPr/>
        </p:nvSpPr>
        <p:spPr>
          <a:xfrm>
            <a:off x="4206240" y="4572000"/>
            <a:ext cx="1828800" cy="548640"/>
          </a:xfrm>
          <a:prstGeom prst="rect">
            <a:avLst/>
          </a:prstGeom>
          <a:noFill/>
        </p:spPr>
        <p:txBody>
          <a:bodyPr wrap="square"/>
          <a:lstStyle/>
          <a:p>
            <a:pPr algn="ctr"/>
            <a:r>
              <a:rPr sz="3600" b="1">
                <a:solidFill>
                  <a:srgbClr val="65AEF9"/>
                </a:solidFill>
                <a:latin typeface="HPE Graphik Semibold"/>
              </a:rPr>
              <a:t>27</a:t>
            </a:r>
          </a:p>
        </p:txBody>
      </p:sp>
      <p:sp>
        <p:nvSpPr>
          <p:cNvPr id="10" name="TextBox 9"/>
          <p:cNvSpPr txBox="1"/>
          <p:nvPr/>
        </p:nvSpPr>
        <p:spPr>
          <a:xfrm>
            <a:off x="4206240" y="5120640"/>
            <a:ext cx="1828800" cy="274320"/>
          </a:xfrm>
          <a:prstGeom prst="rect">
            <a:avLst/>
          </a:prstGeom>
          <a:noFill/>
        </p:spPr>
        <p:txBody>
          <a:bodyPr wrap="square"/>
          <a:lstStyle/>
          <a:p>
            <a:pPr algn="ctr"/>
            <a:r>
              <a:rPr sz="900" b="0">
                <a:solidFill>
                  <a:srgbClr val="B1B9BE"/>
                </a:solidFill>
                <a:latin typeface="HPE Graphik"/>
              </a:rPr>
              <a:t>Flavors</a:t>
            </a:r>
          </a:p>
        </p:txBody>
      </p:sp>
      <p:sp>
        <p:nvSpPr>
          <p:cNvPr id="11" name="TextBox 10"/>
          <p:cNvSpPr txBox="1"/>
          <p:nvPr/>
        </p:nvSpPr>
        <p:spPr>
          <a:xfrm>
            <a:off x="6583680" y="4572000"/>
            <a:ext cx="1828800" cy="548640"/>
          </a:xfrm>
          <a:prstGeom prst="rect">
            <a:avLst/>
          </a:prstGeom>
          <a:noFill/>
        </p:spPr>
        <p:txBody>
          <a:bodyPr wrap="square"/>
          <a:lstStyle/>
          <a:p>
            <a:pPr algn="ctr"/>
            <a:r>
              <a:rPr sz="3600" b="1">
                <a:solidFill>
                  <a:srgbClr val="9B84FC"/>
                </a:solidFill>
                <a:latin typeface="HPE Graphik Semibold"/>
              </a:rPr>
              <a:t>12</a:t>
            </a:r>
          </a:p>
        </p:txBody>
      </p:sp>
      <p:sp>
        <p:nvSpPr>
          <p:cNvPr id="12" name="TextBox 11"/>
          <p:cNvSpPr txBox="1"/>
          <p:nvPr/>
        </p:nvSpPr>
        <p:spPr>
          <a:xfrm>
            <a:off x="6583680" y="5120640"/>
            <a:ext cx="1828800" cy="274320"/>
          </a:xfrm>
          <a:prstGeom prst="rect">
            <a:avLst/>
          </a:prstGeom>
          <a:noFill/>
        </p:spPr>
        <p:txBody>
          <a:bodyPr wrap="square"/>
          <a:lstStyle/>
          <a:p>
            <a:pPr algn="ctr"/>
            <a:r>
              <a:rPr sz="900" b="0">
                <a:solidFill>
                  <a:srgbClr val="B1B9BE"/>
                </a:solidFill>
                <a:latin typeface="HPE Graphik"/>
              </a:rPr>
              <a:t>SHIFT Patterns</a:t>
            </a:r>
          </a:p>
        </p:txBody>
      </p:sp>
      <p:sp>
        <p:nvSpPr>
          <p:cNvPr id="13" name="TextBox 12"/>
          <p:cNvSpPr txBox="1"/>
          <p:nvPr/>
        </p:nvSpPr>
        <p:spPr>
          <a:xfrm>
            <a:off x="8961120" y="4572000"/>
            <a:ext cx="1828800" cy="548640"/>
          </a:xfrm>
          <a:prstGeom prst="rect">
            <a:avLst/>
          </a:prstGeom>
          <a:noFill/>
        </p:spPr>
        <p:txBody>
          <a:bodyPr wrap="square"/>
          <a:lstStyle/>
          <a:p>
            <a:pPr algn="ctr"/>
            <a:r>
              <a:rPr sz="3600" b="1">
                <a:solidFill>
                  <a:srgbClr val="FFFFFF"/>
                </a:solidFill>
                <a:latin typeface="HPE Graphik Semibold"/>
              </a:rPr>
              <a:t>21</a:t>
            </a:r>
          </a:p>
        </p:txBody>
      </p:sp>
      <p:sp>
        <p:nvSpPr>
          <p:cNvPr id="14" name="TextBox 13"/>
          <p:cNvSpPr txBox="1"/>
          <p:nvPr/>
        </p:nvSpPr>
        <p:spPr>
          <a:xfrm>
            <a:off x="8961120" y="5120640"/>
            <a:ext cx="1828800" cy="274320"/>
          </a:xfrm>
          <a:prstGeom prst="rect">
            <a:avLst/>
          </a:prstGeom>
          <a:noFill/>
        </p:spPr>
        <p:txBody>
          <a:bodyPr wrap="square"/>
          <a:lstStyle/>
          <a:p>
            <a:pPr algn="ctr"/>
            <a:r>
              <a:rPr sz="900" b="0">
                <a:solidFill>
                  <a:srgbClr val="B1B9BE"/>
                </a:solidFill>
                <a:latin typeface="HPE Graphik"/>
              </a:rPr>
              <a:t>Total</a:t>
            </a:r>
          </a:p>
        </p:txBody>
      </p:sp>
      <p:sp>
        <p:nvSpPr>
          <p:cNvPr id="15" name="TextBox 14"/>
          <p:cNvSpPr txBox="1"/>
          <p:nvPr/>
        </p:nvSpPr>
        <p:spPr>
          <a:xfrm>
            <a:off x="457200" y="6217920"/>
            <a:ext cx="11247120" cy="365760"/>
          </a:xfrm>
          <a:prstGeom prst="rect">
            <a:avLst/>
          </a:prstGeom>
          <a:noFill/>
        </p:spPr>
        <p:txBody>
          <a:bodyPr wrap="square"/>
          <a:lstStyle/>
          <a:p>
            <a:pPr algn="ctr"/>
            <a:r>
              <a:rPr sz="900" b="0">
                <a:solidFill>
                  <a:srgbClr val="535C66"/>
                </a:solidFill>
                <a:latin typeface="HPE Graphik"/>
              </a:rPr>
              <a:t>Source: Osterwalder, Pigneur, Etiemble, Smith — The Invincible Company (2020)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74320"/>
          </a:xfrm>
          <a:prstGeom prst="rect">
            <a:avLst/>
          </a:prstGeom>
          <a:noFill/>
        </p:spPr>
        <p:txBody>
          <a:bodyPr wrap="square"/>
          <a:lstStyle/>
          <a:p>
            <a:pPr algn="l"/>
            <a:r>
              <a:rPr sz="1000" b="1">
                <a:solidFill>
                  <a:srgbClr val="00E0AF"/>
                </a:solidFill>
                <a:latin typeface="HPE Graphik Semibold"/>
              </a:rPr>
              <a:t>DIRECTION: INVENT</a:t>
            </a:r>
          </a:p>
        </p:txBody>
      </p:sp>
      <p:sp>
        <p:nvSpPr>
          <p:cNvPr id="3" name="TextBox 2"/>
          <p:cNvSpPr txBox="1"/>
          <p:nvPr/>
        </p:nvSpPr>
        <p:spPr>
          <a:xfrm>
            <a:off x="548640" y="548640"/>
            <a:ext cx="9144000" cy="457200"/>
          </a:xfrm>
          <a:prstGeom prst="rect">
            <a:avLst/>
          </a:prstGeom>
          <a:noFill/>
        </p:spPr>
        <p:txBody>
          <a:bodyPr wrap="square"/>
          <a:lstStyle/>
          <a:p>
            <a:pPr algn="l"/>
            <a:r>
              <a:rPr sz="2200" b="1">
                <a:solidFill>
                  <a:srgbClr val="FFFFFF"/>
                </a:solidFill>
                <a:latin typeface="HPE Graphik Semibold"/>
              </a:rPr>
              <a:t>9 Patterns for Creating New-Growth Business Models</a:t>
            </a:r>
          </a:p>
        </p:txBody>
      </p:sp>
      <p:sp>
        <p:nvSpPr>
          <p:cNvPr id="4" name="Rounded Rectangle 3"/>
          <p:cNvSpPr/>
          <p:nvPr/>
        </p:nvSpPr>
        <p:spPr>
          <a:xfrm>
            <a:off x="548640" y="1280160"/>
            <a:ext cx="3566160" cy="91440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280160"/>
            <a:ext cx="3566160" cy="36576"/>
          </a:xfrm>
          <a:prstGeom prst="rect">
            <a:avLst/>
          </a:prstGeom>
          <a:solidFill>
            <a:srgbClr val="00E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353312"/>
            <a:ext cx="3291840" cy="274320"/>
          </a:xfrm>
          <a:prstGeom prst="rect">
            <a:avLst/>
          </a:prstGeom>
          <a:noFill/>
        </p:spPr>
        <p:txBody>
          <a:bodyPr wrap="square"/>
          <a:lstStyle/>
          <a:p>
            <a:pPr algn="l"/>
            <a:r>
              <a:rPr sz="1100" b="1">
                <a:solidFill>
                  <a:srgbClr val="FFFFFF"/>
                </a:solidFill>
                <a:latin typeface="HPE Graphik Semibold"/>
              </a:rPr>
              <a:t>Market Explorers</a:t>
            </a:r>
          </a:p>
        </p:txBody>
      </p:sp>
      <p:sp>
        <p:nvSpPr>
          <p:cNvPr id="7" name="TextBox 6"/>
          <p:cNvSpPr txBox="1"/>
          <p:nvPr/>
        </p:nvSpPr>
        <p:spPr>
          <a:xfrm>
            <a:off x="685800" y="1600200"/>
            <a:ext cx="3291840" cy="182880"/>
          </a:xfrm>
          <a:prstGeom prst="rect">
            <a:avLst/>
          </a:prstGeom>
          <a:noFill/>
        </p:spPr>
        <p:txBody>
          <a:bodyPr wrap="square"/>
          <a:lstStyle/>
          <a:p>
            <a:pPr algn="l"/>
            <a:r>
              <a:rPr sz="800" b="0">
                <a:solidFill>
                  <a:srgbClr val="00E0AF"/>
                </a:solidFill>
                <a:latin typeface="HPE Graphik"/>
              </a:rPr>
              <a:t>↑ Unlock Markets</a:t>
            </a:r>
          </a:p>
        </p:txBody>
      </p:sp>
      <p:sp>
        <p:nvSpPr>
          <p:cNvPr id="8" name="TextBox 7"/>
          <p:cNvSpPr txBox="1"/>
          <p:nvPr/>
        </p:nvSpPr>
        <p:spPr>
          <a:xfrm>
            <a:off x="685800" y="1828800"/>
            <a:ext cx="3291840" cy="182880"/>
          </a:xfrm>
          <a:prstGeom prst="rect">
            <a:avLst/>
          </a:prstGeom>
          <a:noFill/>
        </p:spPr>
        <p:txBody>
          <a:bodyPr wrap="square"/>
          <a:lstStyle/>
          <a:p>
            <a:pPr algn="l"/>
            <a:r>
              <a:rPr sz="800" b="0" dirty="0">
                <a:solidFill>
                  <a:srgbClr val="B1B9BE"/>
                </a:solidFill>
                <a:latin typeface="HPE Graphik"/>
              </a:rPr>
              <a:t>3 flavors</a:t>
            </a:r>
          </a:p>
        </p:txBody>
      </p:sp>
      <p:sp>
        <p:nvSpPr>
          <p:cNvPr id="9" name="Rounded Rectangle 8"/>
          <p:cNvSpPr/>
          <p:nvPr/>
        </p:nvSpPr>
        <p:spPr>
          <a:xfrm>
            <a:off x="4251959" y="1280160"/>
            <a:ext cx="3566160" cy="91440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51959" y="1280160"/>
            <a:ext cx="3566160" cy="36576"/>
          </a:xfrm>
          <a:prstGeom prst="rect">
            <a:avLst/>
          </a:prstGeom>
          <a:solidFill>
            <a:srgbClr val="00E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1353312"/>
            <a:ext cx="3291840" cy="274320"/>
          </a:xfrm>
          <a:prstGeom prst="rect">
            <a:avLst/>
          </a:prstGeom>
          <a:noFill/>
        </p:spPr>
        <p:txBody>
          <a:bodyPr wrap="square"/>
          <a:lstStyle/>
          <a:p>
            <a:pPr algn="l"/>
            <a:r>
              <a:rPr sz="1100" b="1">
                <a:solidFill>
                  <a:srgbClr val="FFFFFF"/>
                </a:solidFill>
                <a:latin typeface="HPE Graphik Semibold"/>
              </a:rPr>
              <a:t>Channel Kings</a:t>
            </a:r>
          </a:p>
        </p:txBody>
      </p:sp>
      <p:sp>
        <p:nvSpPr>
          <p:cNvPr id="12" name="TextBox 11"/>
          <p:cNvSpPr txBox="1"/>
          <p:nvPr/>
        </p:nvSpPr>
        <p:spPr>
          <a:xfrm>
            <a:off x="4389120" y="1600200"/>
            <a:ext cx="3291840" cy="182880"/>
          </a:xfrm>
          <a:prstGeom prst="rect">
            <a:avLst/>
          </a:prstGeom>
          <a:noFill/>
        </p:spPr>
        <p:txBody>
          <a:bodyPr wrap="square"/>
          <a:lstStyle/>
          <a:p>
            <a:pPr algn="l"/>
            <a:r>
              <a:rPr sz="800" b="0">
                <a:solidFill>
                  <a:srgbClr val="00E0AF"/>
                </a:solidFill>
                <a:latin typeface="HPE Graphik"/>
              </a:rPr>
              <a:t>↑ Access Customers</a:t>
            </a:r>
          </a:p>
        </p:txBody>
      </p:sp>
      <p:sp>
        <p:nvSpPr>
          <p:cNvPr id="13" name="TextBox 12"/>
          <p:cNvSpPr txBox="1"/>
          <p:nvPr/>
        </p:nvSpPr>
        <p:spPr>
          <a:xfrm>
            <a:off x="4389120" y="1828800"/>
            <a:ext cx="3291840" cy="182880"/>
          </a:xfrm>
          <a:prstGeom prst="rect">
            <a:avLst/>
          </a:prstGeom>
          <a:noFill/>
        </p:spPr>
        <p:txBody>
          <a:bodyPr wrap="square"/>
          <a:lstStyle/>
          <a:p>
            <a:pPr algn="l"/>
            <a:r>
              <a:rPr sz="800" b="0">
                <a:solidFill>
                  <a:srgbClr val="B1B9BE"/>
                </a:solidFill>
                <a:latin typeface="HPE Graphik"/>
              </a:rPr>
              <a:t>2 flavors</a:t>
            </a:r>
          </a:p>
        </p:txBody>
      </p:sp>
      <p:sp>
        <p:nvSpPr>
          <p:cNvPr id="14" name="Rounded Rectangle 13"/>
          <p:cNvSpPr/>
          <p:nvPr/>
        </p:nvSpPr>
        <p:spPr>
          <a:xfrm>
            <a:off x="7955279" y="1280160"/>
            <a:ext cx="3566160" cy="91440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955279" y="1280160"/>
            <a:ext cx="3566160" cy="36576"/>
          </a:xfrm>
          <a:prstGeom prst="rect">
            <a:avLst/>
          </a:prstGeom>
          <a:solidFill>
            <a:srgbClr val="00E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92440" y="1353312"/>
            <a:ext cx="3291840" cy="274320"/>
          </a:xfrm>
          <a:prstGeom prst="rect">
            <a:avLst/>
          </a:prstGeom>
          <a:noFill/>
        </p:spPr>
        <p:txBody>
          <a:bodyPr wrap="square"/>
          <a:lstStyle/>
          <a:p>
            <a:pPr algn="l"/>
            <a:r>
              <a:rPr sz="1100" b="1">
                <a:solidFill>
                  <a:srgbClr val="FFFFFF"/>
                </a:solidFill>
                <a:latin typeface="HPE Graphik Semibold"/>
              </a:rPr>
              <a:t>Gravity Creators</a:t>
            </a:r>
          </a:p>
        </p:txBody>
      </p:sp>
      <p:sp>
        <p:nvSpPr>
          <p:cNvPr id="17" name="TextBox 16"/>
          <p:cNvSpPr txBox="1"/>
          <p:nvPr/>
        </p:nvSpPr>
        <p:spPr>
          <a:xfrm>
            <a:off x="8092440" y="1600200"/>
            <a:ext cx="3291840" cy="182880"/>
          </a:xfrm>
          <a:prstGeom prst="rect">
            <a:avLst/>
          </a:prstGeom>
          <a:noFill/>
        </p:spPr>
        <p:txBody>
          <a:bodyPr wrap="square"/>
          <a:lstStyle/>
          <a:p>
            <a:pPr algn="l"/>
            <a:r>
              <a:rPr sz="800" b="0">
                <a:solidFill>
                  <a:srgbClr val="00E0AF"/>
                </a:solidFill>
                <a:latin typeface="HPE Graphik"/>
              </a:rPr>
              <a:t>↑ Lock In Customers</a:t>
            </a:r>
          </a:p>
        </p:txBody>
      </p:sp>
      <p:sp>
        <p:nvSpPr>
          <p:cNvPr id="18" name="TextBox 17"/>
          <p:cNvSpPr txBox="1"/>
          <p:nvPr/>
        </p:nvSpPr>
        <p:spPr>
          <a:xfrm>
            <a:off x="8092440" y="1828800"/>
            <a:ext cx="3291840" cy="182880"/>
          </a:xfrm>
          <a:prstGeom prst="rect">
            <a:avLst/>
          </a:prstGeom>
          <a:noFill/>
        </p:spPr>
        <p:txBody>
          <a:bodyPr wrap="square"/>
          <a:lstStyle/>
          <a:p>
            <a:pPr algn="l"/>
            <a:r>
              <a:rPr sz="800" b="0">
                <a:solidFill>
                  <a:srgbClr val="B1B9BE"/>
                </a:solidFill>
                <a:latin typeface="HPE Graphik"/>
              </a:rPr>
              <a:t>2 flavors</a:t>
            </a:r>
          </a:p>
        </p:txBody>
      </p:sp>
      <p:sp>
        <p:nvSpPr>
          <p:cNvPr id="19" name="Rounded Rectangle 18"/>
          <p:cNvSpPr/>
          <p:nvPr/>
        </p:nvSpPr>
        <p:spPr>
          <a:xfrm>
            <a:off x="548640" y="2331720"/>
            <a:ext cx="3566160" cy="91440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2331720"/>
            <a:ext cx="35661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2404872"/>
            <a:ext cx="3291840" cy="274320"/>
          </a:xfrm>
          <a:prstGeom prst="rect">
            <a:avLst/>
          </a:prstGeom>
          <a:noFill/>
        </p:spPr>
        <p:txBody>
          <a:bodyPr wrap="square"/>
          <a:lstStyle/>
          <a:p>
            <a:pPr algn="l"/>
            <a:r>
              <a:rPr sz="1100" b="1">
                <a:solidFill>
                  <a:srgbClr val="FFFFFF"/>
                </a:solidFill>
                <a:latin typeface="HPE Graphik Semibold"/>
              </a:rPr>
              <a:t>Resource Castles</a:t>
            </a:r>
          </a:p>
        </p:txBody>
      </p:sp>
      <p:sp>
        <p:nvSpPr>
          <p:cNvPr id="22" name="TextBox 21"/>
          <p:cNvSpPr txBox="1"/>
          <p:nvPr/>
        </p:nvSpPr>
        <p:spPr>
          <a:xfrm>
            <a:off x="685800" y="2651760"/>
            <a:ext cx="3291840" cy="182880"/>
          </a:xfrm>
          <a:prstGeom prst="rect">
            <a:avLst/>
          </a:prstGeom>
          <a:noFill/>
        </p:spPr>
        <p:txBody>
          <a:bodyPr wrap="square"/>
          <a:lstStyle/>
          <a:p>
            <a:pPr algn="l"/>
            <a:r>
              <a:rPr sz="800" b="0">
                <a:solidFill>
                  <a:srgbClr val="65AEF9"/>
                </a:solidFill>
                <a:latin typeface="HPE Graphik"/>
              </a:rPr>
              <a:t>↑ Build Moats</a:t>
            </a:r>
          </a:p>
        </p:txBody>
      </p:sp>
      <p:sp>
        <p:nvSpPr>
          <p:cNvPr id="23" name="TextBox 22"/>
          <p:cNvSpPr txBox="1"/>
          <p:nvPr/>
        </p:nvSpPr>
        <p:spPr>
          <a:xfrm>
            <a:off x="685800" y="2880360"/>
            <a:ext cx="3291840" cy="182880"/>
          </a:xfrm>
          <a:prstGeom prst="rect">
            <a:avLst/>
          </a:prstGeom>
          <a:noFill/>
        </p:spPr>
        <p:txBody>
          <a:bodyPr wrap="square"/>
          <a:lstStyle/>
          <a:p>
            <a:pPr algn="l"/>
            <a:r>
              <a:rPr sz="800" b="0">
                <a:solidFill>
                  <a:srgbClr val="B1B9BE"/>
                </a:solidFill>
                <a:latin typeface="HPE Graphik"/>
              </a:rPr>
              <a:t>4 flavors</a:t>
            </a:r>
          </a:p>
        </p:txBody>
      </p:sp>
      <p:sp>
        <p:nvSpPr>
          <p:cNvPr id="24" name="Rounded Rectangle 23"/>
          <p:cNvSpPr/>
          <p:nvPr/>
        </p:nvSpPr>
        <p:spPr>
          <a:xfrm>
            <a:off x="4251959" y="2331720"/>
            <a:ext cx="3566160" cy="91440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251959" y="2331720"/>
            <a:ext cx="35661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0" y="2404872"/>
            <a:ext cx="3291840" cy="274320"/>
          </a:xfrm>
          <a:prstGeom prst="rect">
            <a:avLst/>
          </a:prstGeom>
          <a:noFill/>
        </p:spPr>
        <p:txBody>
          <a:bodyPr wrap="square"/>
          <a:lstStyle/>
          <a:p>
            <a:pPr algn="l"/>
            <a:r>
              <a:rPr sz="1100" b="1">
                <a:solidFill>
                  <a:srgbClr val="FFFFFF"/>
                </a:solidFill>
                <a:latin typeface="HPE Graphik Semibold"/>
              </a:rPr>
              <a:t>Activity Differentiators</a:t>
            </a:r>
          </a:p>
        </p:txBody>
      </p:sp>
      <p:sp>
        <p:nvSpPr>
          <p:cNvPr id="27" name="TextBox 26"/>
          <p:cNvSpPr txBox="1"/>
          <p:nvPr/>
        </p:nvSpPr>
        <p:spPr>
          <a:xfrm>
            <a:off x="4389120" y="2651760"/>
            <a:ext cx="3291840" cy="182880"/>
          </a:xfrm>
          <a:prstGeom prst="rect">
            <a:avLst/>
          </a:prstGeom>
          <a:noFill/>
        </p:spPr>
        <p:txBody>
          <a:bodyPr wrap="square"/>
          <a:lstStyle/>
          <a:p>
            <a:pPr algn="l"/>
            <a:r>
              <a:rPr sz="800" b="0">
                <a:solidFill>
                  <a:srgbClr val="65AEF9"/>
                </a:solidFill>
                <a:latin typeface="HPE Graphik"/>
              </a:rPr>
              <a:t>↑ Better Configure Activities</a:t>
            </a:r>
          </a:p>
        </p:txBody>
      </p:sp>
      <p:sp>
        <p:nvSpPr>
          <p:cNvPr id="28" name="TextBox 27"/>
          <p:cNvSpPr txBox="1"/>
          <p:nvPr/>
        </p:nvSpPr>
        <p:spPr>
          <a:xfrm>
            <a:off x="4389120" y="2880360"/>
            <a:ext cx="3291840" cy="182880"/>
          </a:xfrm>
          <a:prstGeom prst="rect">
            <a:avLst/>
          </a:prstGeom>
          <a:noFill/>
        </p:spPr>
        <p:txBody>
          <a:bodyPr wrap="square"/>
          <a:lstStyle/>
          <a:p>
            <a:pPr algn="l"/>
            <a:r>
              <a:rPr sz="800" b="0">
                <a:solidFill>
                  <a:srgbClr val="B1B9BE"/>
                </a:solidFill>
                <a:latin typeface="HPE Graphik"/>
              </a:rPr>
              <a:t>4 flavors</a:t>
            </a:r>
          </a:p>
        </p:txBody>
      </p:sp>
      <p:sp>
        <p:nvSpPr>
          <p:cNvPr id="29" name="Rounded Rectangle 28"/>
          <p:cNvSpPr/>
          <p:nvPr/>
        </p:nvSpPr>
        <p:spPr>
          <a:xfrm>
            <a:off x="7955279" y="2331720"/>
            <a:ext cx="3566160" cy="91440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955279" y="2331720"/>
            <a:ext cx="35661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92440" y="2404872"/>
            <a:ext cx="3291840" cy="274320"/>
          </a:xfrm>
          <a:prstGeom prst="rect">
            <a:avLst/>
          </a:prstGeom>
          <a:noFill/>
        </p:spPr>
        <p:txBody>
          <a:bodyPr wrap="square"/>
          <a:lstStyle/>
          <a:p>
            <a:pPr algn="l"/>
            <a:r>
              <a:rPr sz="1100" b="1">
                <a:solidFill>
                  <a:srgbClr val="FFFFFF"/>
                </a:solidFill>
                <a:latin typeface="HPE Graphik Semibold"/>
              </a:rPr>
              <a:t>Scalers</a:t>
            </a:r>
          </a:p>
        </p:txBody>
      </p:sp>
      <p:sp>
        <p:nvSpPr>
          <p:cNvPr id="32" name="TextBox 31"/>
          <p:cNvSpPr txBox="1"/>
          <p:nvPr/>
        </p:nvSpPr>
        <p:spPr>
          <a:xfrm>
            <a:off x="8092440" y="2651760"/>
            <a:ext cx="3291840" cy="182880"/>
          </a:xfrm>
          <a:prstGeom prst="rect">
            <a:avLst/>
          </a:prstGeom>
          <a:noFill/>
        </p:spPr>
        <p:txBody>
          <a:bodyPr wrap="square"/>
          <a:lstStyle/>
          <a:p>
            <a:pPr algn="l"/>
            <a:r>
              <a:rPr sz="800" b="0">
                <a:solidFill>
                  <a:srgbClr val="65AEF9"/>
                </a:solidFill>
                <a:latin typeface="HPE Graphik"/>
              </a:rPr>
              <a:t>↑ Grow Faster</a:t>
            </a:r>
          </a:p>
        </p:txBody>
      </p:sp>
      <p:sp>
        <p:nvSpPr>
          <p:cNvPr id="33" name="TextBox 32"/>
          <p:cNvSpPr txBox="1"/>
          <p:nvPr/>
        </p:nvSpPr>
        <p:spPr>
          <a:xfrm>
            <a:off x="8092440" y="2880360"/>
            <a:ext cx="3291840" cy="182880"/>
          </a:xfrm>
          <a:prstGeom prst="rect">
            <a:avLst/>
          </a:prstGeom>
          <a:noFill/>
        </p:spPr>
        <p:txBody>
          <a:bodyPr wrap="square"/>
          <a:lstStyle/>
          <a:p>
            <a:pPr algn="l"/>
            <a:r>
              <a:rPr sz="800" b="0">
                <a:solidFill>
                  <a:srgbClr val="B1B9BE"/>
                </a:solidFill>
                <a:latin typeface="HPE Graphik"/>
              </a:rPr>
              <a:t>3 flavors</a:t>
            </a:r>
          </a:p>
        </p:txBody>
      </p:sp>
      <p:sp>
        <p:nvSpPr>
          <p:cNvPr id="34" name="Rounded Rectangle 33"/>
          <p:cNvSpPr/>
          <p:nvPr/>
        </p:nvSpPr>
        <p:spPr>
          <a:xfrm>
            <a:off x="548640" y="3383279"/>
            <a:ext cx="3566160" cy="91440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48640" y="3383279"/>
            <a:ext cx="3566160" cy="36576"/>
          </a:xfrm>
          <a:prstGeom prst="rect">
            <a:avLst/>
          </a:prstGeom>
          <a:solidFill>
            <a:srgbClr val="9B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3456432"/>
            <a:ext cx="3291840" cy="274320"/>
          </a:xfrm>
          <a:prstGeom prst="rect">
            <a:avLst/>
          </a:prstGeom>
          <a:noFill/>
        </p:spPr>
        <p:txBody>
          <a:bodyPr wrap="square"/>
          <a:lstStyle/>
          <a:p>
            <a:pPr algn="l"/>
            <a:r>
              <a:rPr sz="1100" b="1">
                <a:solidFill>
                  <a:srgbClr val="FFFFFF"/>
                </a:solidFill>
                <a:latin typeface="HPE Graphik Semibold"/>
              </a:rPr>
              <a:t>Revenue Differentiators</a:t>
            </a:r>
          </a:p>
        </p:txBody>
      </p:sp>
      <p:sp>
        <p:nvSpPr>
          <p:cNvPr id="37" name="TextBox 36"/>
          <p:cNvSpPr txBox="1"/>
          <p:nvPr/>
        </p:nvSpPr>
        <p:spPr>
          <a:xfrm>
            <a:off x="685800" y="3703320"/>
            <a:ext cx="3291840" cy="182880"/>
          </a:xfrm>
          <a:prstGeom prst="rect">
            <a:avLst/>
          </a:prstGeom>
          <a:noFill/>
        </p:spPr>
        <p:txBody>
          <a:bodyPr wrap="square"/>
          <a:lstStyle/>
          <a:p>
            <a:pPr algn="l"/>
            <a:r>
              <a:rPr sz="800" b="0">
                <a:solidFill>
                  <a:srgbClr val="9B84FC"/>
                </a:solidFill>
                <a:latin typeface="HPE Graphik"/>
              </a:rPr>
              <a:t>↑ Boost Revenues</a:t>
            </a:r>
          </a:p>
        </p:txBody>
      </p:sp>
      <p:sp>
        <p:nvSpPr>
          <p:cNvPr id="38" name="TextBox 37"/>
          <p:cNvSpPr txBox="1"/>
          <p:nvPr/>
        </p:nvSpPr>
        <p:spPr>
          <a:xfrm>
            <a:off x="685800" y="3931920"/>
            <a:ext cx="3291840" cy="182880"/>
          </a:xfrm>
          <a:prstGeom prst="rect">
            <a:avLst/>
          </a:prstGeom>
          <a:noFill/>
        </p:spPr>
        <p:txBody>
          <a:bodyPr wrap="square"/>
          <a:lstStyle/>
          <a:p>
            <a:pPr algn="l"/>
            <a:r>
              <a:rPr sz="800" b="0">
                <a:solidFill>
                  <a:srgbClr val="B1B9BE"/>
                </a:solidFill>
                <a:latin typeface="HPE Graphik"/>
              </a:rPr>
              <a:t>4 flavors</a:t>
            </a:r>
          </a:p>
        </p:txBody>
      </p:sp>
      <p:sp>
        <p:nvSpPr>
          <p:cNvPr id="39" name="Rounded Rectangle 38"/>
          <p:cNvSpPr/>
          <p:nvPr/>
        </p:nvSpPr>
        <p:spPr>
          <a:xfrm>
            <a:off x="4251959" y="3383279"/>
            <a:ext cx="3566160" cy="91440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251959" y="3383279"/>
            <a:ext cx="3566160" cy="36576"/>
          </a:xfrm>
          <a:prstGeom prst="rect">
            <a:avLst/>
          </a:prstGeom>
          <a:solidFill>
            <a:srgbClr val="9B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389120" y="3456432"/>
            <a:ext cx="3291840" cy="274320"/>
          </a:xfrm>
          <a:prstGeom prst="rect">
            <a:avLst/>
          </a:prstGeom>
          <a:noFill/>
        </p:spPr>
        <p:txBody>
          <a:bodyPr wrap="square"/>
          <a:lstStyle/>
          <a:p>
            <a:pPr algn="l"/>
            <a:r>
              <a:rPr sz="1100" b="1">
                <a:solidFill>
                  <a:srgbClr val="FFFFFF"/>
                </a:solidFill>
                <a:latin typeface="HPE Graphik Semibold"/>
              </a:rPr>
              <a:t>Cost Differentiators</a:t>
            </a:r>
          </a:p>
        </p:txBody>
      </p:sp>
      <p:sp>
        <p:nvSpPr>
          <p:cNvPr id="42" name="TextBox 41"/>
          <p:cNvSpPr txBox="1"/>
          <p:nvPr/>
        </p:nvSpPr>
        <p:spPr>
          <a:xfrm>
            <a:off x="4389120" y="3703320"/>
            <a:ext cx="3291840" cy="182880"/>
          </a:xfrm>
          <a:prstGeom prst="rect">
            <a:avLst/>
          </a:prstGeom>
          <a:noFill/>
        </p:spPr>
        <p:txBody>
          <a:bodyPr wrap="square"/>
          <a:lstStyle/>
          <a:p>
            <a:pPr algn="l"/>
            <a:r>
              <a:rPr sz="800" b="0">
                <a:solidFill>
                  <a:srgbClr val="9B84FC"/>
                </a:solidFill>
                <a:latin typeface="HPE Graphik"/>
              </a:rPr>
              <a:t>↑ Kill Costs</a:t>
            </a:r>
          </a:p>
        </p:txBody>
      </p:sp>
      <p:sp>
        <p:nvSpPr>
          <p:cNvPr id="43" name="TextBox 42"/>
          <p:cNvSpPr txBox="1"/>
          <p:nvPr/>
        </p:nvSpPr>
        <p:spPr>
          <a:xfrm>
            <a:off x="4389120" y="3931920"/>
            <a:ext cx="3291840" cy="182880"/>
          </a:xfrm>
          <a:prstGeom prst="rect">
            <a:avLst/>
          </a:prstGeom>
          <a:noFill/>
        </p:spPr>
        <p:txBody>
          <a:bodyPr wrap="square"/>
          <a:lstStyle/>
          <a:p>
            <a:pPr algn="l"/>
            <a:r>
              <a:rPr sz="800" b="0">
                <a:solidFill>
                  <a:srgbClr val="B1B9BE"/>
                </a:solidFill>
                <a:latin typeface="HPE Graphik"/>
              </a:rPr>
              <a:t>3 flavors</a:t>
            </a:r>
          </a:p>
        </p:txBody>
      </p:sp>
      <p:sp>
        <p:nvSpPr>
          <p:cNvPr id="44" name="Rounded Rectangle 43"/>
          <p:cNvSpPr/>
          <p:nvPr/>
        </p:nvSpPr>
        <p:spPr>
          <a:xfrm>
            <a:off x="7955279" y="3383279"/>
            <a:ext cx="3566160" cy="91440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955279" y="3383279"/>
            <a:ext cx="3566160" cy="36576"/>
          </a:xfrm>
          <a:prstGeom prst="rect">
            <a:avLst/>
          </a:prstGeom>
          <a:solidFill>
            <a:srgbClr val="9B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092440" y="3456432"/>
            <a:ext cx="3291840" cy="274320"/>
          </a:xfrm>
          <a:prstGeom prst="rect">
            <a:avLst/>
          </a:prstGeom>
          <a:noFill/>
        </p:spPr>
        <p:txBody>
          <a:bodyPr wrap="square"/>
          <a:lstStyle/>
          <a:p>
            <a:pPr algn="l"/>
            <a:r>
              <a:rPr sz="1100" b="1">
                <a:solidFill>
                  <a:srgbClr val="FFFFFF"/>
                </a:solidFill>
                <a:latin typeface="HPE Graphik Semibold"/>
              </a:rPr>
              <a:t>Margin Masters</a:t>
            </a:r>
          </a:p>
        </p:txBody>
      </p:sp>
      <p:sp>
        <p:nvSpPr>
          <p:cNvPr id="47" name="TextBox 46"/>
          <p:cNvSpPr txBox="1"/>
          <p:nvPr/>
        </p:nvSpPr>
        <p:spPr>
          <a:xfrm>
            <a:off x="8092440" y="3703320"/>
            <a:ext cx="3291840" cy="182880"/>
          </a:xfrm>
          <a:prstGeom prst="rect">
            <a:avLst/>
          </a:prstGeom>
          <a:noFill/>
        </p:spPr>
        <p:txBody>
          <a:bodyPr wrap="square"/>
          <a:lstStyle/>
          <a:p>
            <a:pPr algn="l"/>
            <a:r>
              <a:rPr sz="800" b="0">
                <a:solidFill>
                  <a:srgbClr val="9B84FC"/>
                </a:solidFill>
                <a:latin typeface="HPE Graphik"/>
              </a:rPr>
              <a:t>↑ Boost Margins</a:t>
            </a:r>
          </a:p>
        </p:txBody>
      </p:sp>
      <p:sp>
        <p:nvSpPr>
          <p:cNvPr id="48" name="TextBox 47"/>
          <p:cNvSpPr txBox="1"/>
          <p:nvPr/>
        </p:nvSpPr>
        <p:spPr>
          <a:xfrm>
            <a:off x="8092440" y="3931920"/>
            <a:ext cx="3291840" cy="182880"/>
          </a:xfrm>
          <a:prstGeom prst="rect">
            <a:avLst/>
          </a:prstGeom>
          <a:noFill/>
        </p:spPr>
        <p:txBody>
          <a:bodyPr wrap="square"/>
          <a:lstStyle/>
          <a:p>
            <a:pPr algn="l"/>
            <a:r>
              <a:rPr sz="800" b="0">
                <a:solidFill>
                  <a:srgbClr val="B1B9BE"/>
                </a:solidFill>
                <a:latin typeface="HPE Graphik"/>
              </a:rPr>
              <a:t>2 flavors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00E0AF"/>
                </a:solidFill>
                <a:latin typeface="HPE Graphik Semibold"/>
              </a:rPr>
              <a:t>FRONTSTAGE DISRUPTION</a:t>
            </a:r>
          </a:p>
        </p:txBody>
      </p:sp>
      <p:sp>
        <p:nvSpPr>
          <p:cNvPr id="3" name="TextBox 2"/>
          <p:cNvSpPr txBox="1"/>
          <p:nvPr/>
        </p:nvSpPr>
        <p:spPr>
          <a:xfrm>
            <a:off x="548640" y="502920"/>
            <a:ext cx="7315200" cy="457200"/>
          </a:xfrm>
          <a:prstGeom prst="rect">
            <a:avLst/>
          </a:prstGeom>
          <a:noFill/>
        </p:spPr>
        <p:txBody>
          <a:bodyPr wrap="square"/>
          <a:lstStyle/>
          <a:p>
            <a:pPr algn="l"/>
            <a:r>
              <a:rPr sz="2800" b="1">
                <a:solidFill>
                  <a:srgbClr val="FFFFFF"/>
                </a:solidFill>
                <a:latin typeface="HPE Graphik Semibold"/>
              </a:rPr>
              <a:t>Market Explorers</a:t>
            </a:r>
          </a:p>
        </p:txBody>
      </p:sp>
      <p:sp>
        <p:nvSpPr>
          <p:cNvPr id="4" name="TextBox 3"/>
          <p:cNvSpPr txBox="1"/>
          <p:nvPr/>
        </p:nvSpPr>
        <p:spPr>
          <a:xfrm>
            <a:off x="548640" y="1005840"/>
            <a:ext cx="4572000" cy="228600"/>
          </a:xfrm>
          <a:prstGeom prst="rect">
            <a:avLst/>
          </a:prstGeom>
          <a:noFill/>
        </p:spPr>
        <p:txBody>
          <a:bodyPr wrap="square"/>
          <a:lstStyle/>
          <a:p>
            <a:pPr algn="l"/>
            <a:r>
              <a:rPr sz="1200" b="1">
                <a:solidFill>
                  <a:srgbClr val="00E0AF"/>
                </a:solidFill>
                <a:latin typeface="HPE Graphik"/>
              </a:rPr>
              <a:t>↑ Unlock Markets</a:t>
            </a:r>
          </a:p>
        </p:txBody>
      </p:sp>
      <p:sp>
        <p:nvSpPr>
          <p:cNvPr id="5" name="TextBox 4"/>
          <p:cNvSpPr txBox="1"/>
          <p:nvPr/>
        </p:nvSpPr>
        <p:spPr>
          <a:xfrm>
            <a:off x="548640" y="1417320"/>
            <a:ext cx="6400800" cy="731520"/>
          </a:xfrm>
          <a:prstGeom prst="rect">
            <a:avLst/>
          </a:prstGeom>
          <a:noFill/>
        </p:spPr>
        <p:txBody>
          <a:bodyPr wrap="square"/>
          <a:lstStyle/>
          <a:p>
            <a:pPr algn="l"/>
            <a:r>
              <a:rPr sz="1200" b="0">
                <a:solidFill>
                  <a:srgbClr val="B1B9BE"/>
                </a:solidFill>
                <a:latin typeface="HPE Graphik"/>
              </a:rPr>
              <a:t>Develop innovative value propositions that create, unleash, or unlock completely new, untapped, or underserved markets with large potential. Be a pioneer and unearth new revenue potential through market exploration.</a:t>
            </a:r>
          </a:p>
        </p:txBody>
      </p:sp>
      <p:sp>
        <p:nvSpPr>
          <p:cNvPr id="6" name="Rounded Rectangle 5"/>
          <p:cNvSpPr/>
          <p:nvPr/>
        </p:nvSpPr>
        <p:spPr>
          <a:xfrm>
            <a:off x="548640" y="2240280"/>
            <a:ext cx="6400800" cy="6858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79" y="2240280"/>
            <a:ext cx="771277" cy="182880"/>
          </a:xfrm>
          <a:prstGeom prst="rect">
            <a:avLst/>
          </a:prstGeom>
          <a:noFill/>
        </p:spPr>
        <p:txBody>
          <a:bodyPr wrap="square"/>
          <a:lstStyle/>
          <a:p>
            <a:pPr algn="l"/>
            <a:r>
              <a:rPr sz="700" b="1" dirty="0">
                <a:solidFill>
                  <a:srgbClr val="00E0AF"/>
                </a:solidFill>
                <a:latin typeface="HPE Graphik"/>
              </a:rPr>
              <a:t>TRIGGER</a:t>
            </a:r>
          </a:p>
        </p:txBody>
      </p:sp>
      <p:sp>
        <p:nvSpPr>
          <p:cNvPr id="8" name="TextBox 7"/>
          <p:cNvSpPr txBox="1"/>
          <p:nvPr/>
        </p:nvSpPr>
        <p:spPr>
          <a:xfrm>
            <a:off x="731520" y="2423160"/>
            <a:ext cx="6035040" cy="457200"/>
          </a:xfrm>
          <a:prstGeom prst="rect">
            <a:avLst/>
          </a:prstGeom>
          <a:noFill/>
        </p:spPr>
        <p:txBody>
          <a:bodyPr wrap="square"/>
          <a:lstStyle/>
          <a:p>
            <a:pPr algn="l"/>
            <a:r>
              <a:rPr sz="1100" b="0">
                <a:solidFill>
                  <a:srgbClr val="62E5F6"/>
                </a:solidFill>
                <a:latin typeface="HPE Graphik"/>
              </a:rPr>
              <a:t>How could we tap into new, untapped, or underserved markets with large potential?</a:t>
            </a:r>
          </a:p>
        </p:txBody>
      </p:sp>
      <p:sp>
        <p:nvSpPr>
          <p:cNvPr id="9" name="TextBox 8"/>
          <p:cNvSpPr txBox="1"/>
          <p:nvPr/>
        </p:nvSpPr>
        <p:spPr>
          <a:xfrm>
            <a:off x="548640" y="3108960"/>
            <a:ext cx="2743200" cy="228600"/>
          </a:xfrm>
          <a:prstGeom prst="rect">
            <a:avLst/>
          </a:prstGeom>
          <a:noFill/>
        </p:spPr>
        <p:txBody>
          <a:bodyPr wrap="square"/>
          <a:lstStyle/>
          <a:p>
            <a:pPr algn="l"/>
            <a:r>
              <a:rPr sz="1000" b="1">
                <a:solidFill>
                  <a:srgbClr val="65AEF9"/>
                </a:solidFill>
                <a:latin typeface="HPE Graphik Semibold"/>
              </a:rPr>
              <a:t>FLAVORS (3)</a:t>
            </a:r>
          </a:p>
        </p:txBody>
      </p:sp>
      <p:sp>
        <p:nvSpPr>
          <p:cNvPr id="10" name="Rounded Rectangle 9"/>
          <p:cNvSpPr/>
          <p:nvPr/>
        </p:nvSpPr>
        <p:spPr>
          <a:xfrm>
            <a:off x="54864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520440"/>
            <a:ext cx="3118104" cy="228600"/>
          </a:xfrm>
          <a:prstGeom prst="rect">
            <a:avLst/>
          </a:prstGeom>
          <a:noFill/>
        </p:spPr>
        <p:txBody>
          <a:bodyPr wrap="square"/>
          <a:lstStyle/>
          <a:p>
            <a:pPr algn="l"/>
            <a:r>
              <a:rPr sz="1000" b="1">
                <a:solidFill>
                  <a:srgbClr val="65AEF9"/>
                </a:solidFill>
                <a:latin typeface="HPE Graphik Semibold"/>
              </a:rPr>
              <a:t>Visionaries</a:t>
            </a:r>
          </a:p>
        </p:txBody>
      </p:sp>
      <p:sp>
        <p:nvSpPr>
          <p:cNvPr id="13" name="TextBox 12"/>
          <p:cNvSpPr txBox="1"/>
          <p:nvPr/>
        </p:nvSpPr>
        <p:spPr>
          <a:xfrm>
            <a:off x="658368" y="3749039"/>
            <a:ext cx="3118104" cy="457200"/>
          </a:xfrm>
          <a:prstGeom prst="rect">
            <a:avLst/>
          </a:prstGeom>
          <a:noFill/>
        </p:spPr>
        <p:txBody>
          <a:bodyPr wrap="square"/>
          <a:lstStyle/>
          <a:p>
            <a:pPr algn="l"/>
            <a:r>
              <a:rPr sz="800" b="0">
                <a:solidFill>
                  <a:srgbClr val="B1B9BE"/>
                </a:solidFill>
                <a:latin typeface="HPE Graphik"/>
              </a:rPr>
              <a:t>Use imagination to see a large market potential where others don't. Unleash growth by exploring unproven needs that you satisfy with a new value proposition.</a:t>
            </a:r>
          </a:p>
        </p:txBody>
      </p:sp>
      <p:sp>
        <p:nvSpPr>
          <p:cNvPr id="14" name="TextBox 13"/>
          <p:cNvSpPr txBox="1"/>
          <p:nvPr/>
        </p:nvSpPr>
        <p:spPr>
          <a:xfrm>
            <a:off x="658368" y="4389120"/>
            <a:ext cx="3118104" cy="228600"/>
          </a:xfrm>
          <a:prstGeom prst="rect">
            <a:avLst/>
          </a:prstGeom>
          <a:noFill/>
        </p:spPr>
        <p:txBody>
          <a:bodyPr wrap="square"/>
          <a:lstStyle/>
          <a:p>
            <a:pPr algn="l"/>
            <a:r>
              <a:rPr sz="700" b="0">
                <a:solidFill>
                  <a:schemeClr val="bg1"/>
                </a:solidFill>
                <a:latin typeface="HPE Graphik"/>
              </a:rPr>
              <a:t>e.g. Tesla, iPhone, Nintendo Wii</a:t>
            </a:r>
          </a:p>
        </p:txBody>
      </p:sp>
      <p:sp>
        <p:nvSpPr>
          <p:cNvPr id="15" name="Rounded Rectangle 14"/>
          <p:cNvSpPr/>
          <p:nvPr/>
        </p:nvSpPr>
        <p:spPr>
          <a:xfrm>
            <a:off x="402336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02336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33088" y="3520440"/>
            <a:ext cx="3118104" cy="228600"/>
          </a:xfrm>
          <a:prstGeom prst="rect">
            <a:avLst/>
          </a:prstGeom>
          <a:noFill/>
        </p:spPr>
        <p:txBody>
          <a:bodyPr wrap="square"/>
          <a:lstStyle/>
          <a:p>
            <a:pPr algn="l"/>
            <a:r>
              <a:rPr sz="1000" b="1">
                <a:solidFill>
                  <a:srgbClr val="65AEF9"/>
                </a:solidFill>
                <a:latin typeface="HPE Graphik Semibold"/>
              </a:rPr>
              <a:t>Repurposers</a:t>
            </a:r>
          </a:p>
        </p:txBody>
      </p:sp>
      <p:sp>
        <p:nvSpPr>
          <p:cNvPr id="18" name="TextBox 17"/>
          <p:cNvSpPr txBox="1"/>
          <p:nvPr/>
        </p:nvSpPr>
        <p:spPr>
          <a:xfrm>
            <a:off x="4133088" y="3749039"/>
            <a:ext cx="3118104" cy="457200"/>
          </a:xfrm>
          <a:prstGeom prst="rect">
            <a:avLst/>
          </a:prstGeom>
          <a:noFill/>
        </p:spPr>
        <p:txBody>
          <a:bodyPr wrap="square"/>
          <a:lstStyle/>
          <a:p>
            <a:pPr algn="l"/>
            <a:r>
              <a:rPr sz="800" b="0">
                <a:solidFill>
                  <a:srgbClr val="B1B9BE"/>
                </a:solidFill>
                <a:latin typeface="HPE Graphik"/>
              </a:rPr>
              <a:t>Find innovative ways to tap into proven market demand by repurposing existing technology and infrastructure that previously served other ends.</a:t>
            </a:r>
          </a:p>
        </p:txBody>
      </p:sp>
      <p:sp>
        <p:nvSpPr>
          <p:cNvPr id="19" name="TextBox 18"/>
          <p:cNvSpPr txBox="1"/>
          <p:nvPr/>
        </p:nvSpPr>
        <p:spPr>
          <a:xfrm>
            <a:off x="4133088" y="4389120"/>
            <a:ext cx="3118104" cy="228600"/>
          </a:xfrm>
          <a:prstGeom prst="rect">
            <a:avLst/>
          </a:prstGeom>
          <a:noFill/>
        </p:spPr>
        <p:txBody>
          <a:bodyPr wrap="square"/>
          <a:lstStyle/>
          <a:p>
            <a:pPr algn="l"/>
            <a:r>
              <a:rPr sz="700" b="0">
                <a:solidFill>
                  <a:schemeClr val="bg1"/>
                </a:solidFill>
                <a:latin typeface="HPE Graphik"/>
              </a:rPr>
              <a:t>e.g. M-Pesa, AWS</a:t>
            </a:r>
          </a:p>
        </p:txBody>
      </p:sp>
      <p:sp>
        <p:nvSpPr>
          <p:cNvPr id="20" name="Rounded Rectangle 19"/>
          <p:cNvSpPr/>
          <p:nvPr/>
        </p:nvSpPr>
        <p:spPr>
          <a:xfrm>
            <a:off x="749808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49808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07808" y="3520440"/>
            <a:ext cx="3118104" cy="228600"/>
          </a:xfrm>
          <a:prstGeom prst="rect">
            <a:avLst/>
          </a:prstGeom>
          <a:noFill/>
        </p:spPr>
        <p:txBody>
          <a:bodyPr wrap="square"/>
          <a:lstStyle/>
          <a:p>
            <a:pPr algn="l"/>
            <a:r>
              <a:rPr sz="1000" b="1">
                <a:solidFill>
                  <a:srgbClr val="65AEF9"/>
                </a:solidFill>
                <a:latin typeface="HPE Graphik Semibold"/>
              </a:rPr>
              <a:t>Democratizers</a:t>
            </a:r>
          </a:p>
        </p:txBody>
      </p:sp>
      <p:sp>
        <p:nvSpPr>
          <p:cNvPr id="23" name="TextBox 22"/>
          <p:cNvSpPr txBox="1"/>
          <p:nvPr/>
        </p:nvSpPr>
        <p:spPr>
          <a:xfrm>
            <a:off x="7607808" y="3749039"/>
            <a:ext cx="3118104" cy="457200"/>
          </a:xfrm>
          <a:prstGeom prst="rect">
            <a:avLst/>
          </a:prstGeom>
          <a:noFill/>
        </p:spPr>
        <p:txBody>
          <a:bodyPr wrap="square"/>
          <a:lstStyle/>
          <a:p>
            <a:pPr algn="l"/>
            <a:r>
              <a:rPr sz="800" b="0">
                <a:solidFill>
                  <a:srgbClr val="B1B9BE"/>
                </a:solidFill>
                <a:latin typeface="HPE Graphik"/>
              </a:rPr>
              <a:t>Find innovative ways to democratize access to products, services, and technologies that were previously only accessible to a small number of high-end customers.</a:t>
            </a:r>
          </a:p>
        </p:txBody>
      </p:sp>
      <p:sp>
        <p:nvSpPr>
          <p:cNvPr id="24" name="TextBox 23"/>
          <p:cNvSpPr txBox="1"/>
          <p:nvPr/>
        </p:nvSpPr>
        <p:spPr>
          <a:xfrm>
            <a:off x="7607808" y="4389120"/>
            <a:ext cx="3118104" cy="228600"/>
          </a:xfrm>
          <a:prstGeom prst="rect">
            <a:avLst/>
          </a:prstGeom>
          <a:noFill/>
        </p:spPr>
        <p:txBody>
          <a:bodyPr wrap="square"/>
          <a:lstStyle/>
          <a:p>
            <a:pPr algn="l"/>
            <a:r>
              <a:rPr sz="700" b="0">
                <a:solidFill>
                  <a:schemeClr val="bg1"/>
                </a:solidFill>
                <a:latin typeface="HPE Graphik"/>
              </a:rPr>
              <a:t>e.g. Sears, Azuri, M-Pesa, AWS</a:t>
            </a:r>
          </a:p>
        </p:txBody>
      </p:sp>
      <p:sp>
        <p:nvSpPr>
          <p:cNvPr id="25" name="TextBox 24"/>
          <p:cNvSpPr txBox="1"/>
          <p:nvPr/>
        </p:nvSpPr>
        <p:spPr>
          <a:xfrm>
            <a:off x="457200" y="6309360"/>
            <a:ext cx="11247120" cy="274320"/>
          </a:xfrm>
          <a:prstGeom prst="rect">
            <a:avLst/>
          </a:prstGeom>
          <a:noFill/>
        </p:spPr>
        <p:txBody>
          <a:bodyPr wrap="square"/>
          <a:lstStyle/>
          <a:p>
            <a:pPr algn="ctr"/>
            <a:r>
              <a:rPr sz="800" b="0">
                <a:solidFill>
                  <a:srgbClr val="535C66"/>
                </a:solidFill>
                <a:latin typeface="HPE Graphik"/>
              </a:rPr>
              <a:t>INVENT  ·  Frontstage Disruption  ·  Market Explorers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00E0AF"/>
                </a:solidFill>
                <a:latin typeface="HPE Graphik Semibold"/>
              </a:rPr>
              <a:t>FRONTSTAGE DISRUPTION</a:t>
            </a:r>
          </a:p>
        </p:txBody>
      </p:sp>
      <p:sp>
        <p:nvSpPr>
          <p:cNvPr id="3" name="TextBox 2"/>
          <p:cNvSpPr txBox="1"/>
          <p:nvPr/>
        </p:nvSpPr>
        <p:spPr>
          <a:xfrm>
            <a:off x="548640" y="502920"/>
            <a:ext cx="7315200" cy="457200"/>
          </a:xfrm>
          <a:prstGeom prst="rect">
            <a:avLst/>
          </a:prstGeom>
          <a:noFill/>
        </p:spPr>
        <p:txBody>
          <a:bodyPr wrap="square"/>
          <a:lstStyle/>
          <a:p>
            <a:pPr algn="l"/>
            <a:r>
              <a:rPr sz="2800" b="1">
                <a:solidFill>
                  <a:srgbClr val="FFFFFF"/>
                </a:solidFill>
                <a:latin typeface="HPE Graphik Semibold"/>
              </a:rPr>
              <a:t>Channel Kings</a:t>
            </a:r>
          </a:p>
        </p:txBody>
      </p:sp>
      <p:sp>
        <p:nvSpPr>
          <p:cNvPr id="4" name="TextBox 3"/>
          <p:cNvSpPr txBox="1"/>
          <p:nvPr/>
        </p:nvSpPr>
        <p:spPr>
          <a:xfrm>
            <a:off x="548640" y="1005840"/>
            <a:ext cx="4572000" cy="228600"/>
          </a:xfrm>
          <a:prstGeom prst="rect">
            <a:avLst/>
          </a:prstGeom>
          <a:noFill/>
        </p:spPr>
        <p:txBody>
          <a:bodyPr wrap="square"/>
          <a:lstStyle/>
          <a:p>
            <a:pPr algn="l"/>
            <a:r>
              <a:rPr sz="1200" b="1">
                <a:solidFill>
                  <a:srgbClr val="00E0AF"/>
                </a:solidFill>
                <a:latin typeface="HPE Graphik"/>
              </a:rPr>
              <a:t>↑ Access Customers</a:t>
            </a:r>
          </a:p>
        </p:txBody>
      </p:sp>
      <p:sp>
        <p:nvSpPr>
          <p:cNvPr id="5" name="TextBox 4"/>
          <p:cNvSpPr txBox="1"/>
          <p:nvPr/>
        </p:nvSpPr>
        <p:spPr>
          <a:xfrm>
            <a:off x="548640" y="1417320"/>
            <a:ext cx="6400800" cy="731520"/>
          </a:xfrm>
          <a:prstGeom prst="rect">
            <a:avLst/>
          </a:prstGeom>
          <a:noFill/>
        </p:spPr>
        <p:txBody>
          <a:bodyPr wrap="square"/>
          <a:lstStyle/>
          <a:p>
            <a:pPr algn="l"/>
            <a:r>
              <a:rPr sz="1200" b="0">
                <a:solidFill>
                  <a:srgbClr val="B1B9BE"/>
                </a:solidFill>
                <a:latin typeface="HPE Graphik"/>
              </a:rPr>
              <a:t>Radically change how to reach and acquire a large number of customers. Pioneer innovative new channels that haven't been used in your industry before.</a:t>
            </a:r>
          </a:p>
        </p:txBody>
      </p:sp>
      <p:sp>
        <p:nvSpPr>
          <p:cNvPr id="6" name="Rounded Rectangle 5"/>
          <p:cNvSpPr/>
          <p:nvPr/>
        </p:nvSpPr>
        <p:spPr>
          <a:xfrm>
            <a:off x="548640" y="2286000"/>
            <a:ext cx="6400800" cy="64008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79" y="2240280"/>
            <a:ext cx="761337" cy="182880"/>
          </a:xfrm>
          <a:prstGeom prst="rect">
            <a:avLst/>
          </a:prstGeom>
          <a:noFill/>
        </p:spPr>
        <p:txBody>
          <a:bodyPr wrap="square"/>
          <a:lstStyle/>
          <a:p>
            <a:pPr algn="l"/>
            <a:r>
              <a:rPr sz="700" b="1" dirty="0">
                <a:solidFill>
                  <a:srgbClr val="00E0AF"/>
                </a:solidFill>
                <a:latin typeface="HPE Graphik"/>
              </a:rPr>
              <a:t>TRIGGER</a:t>
            </a:r>
          </a:p>
        </p:txBody>
      </p:sp>
      <p:sp>
        <p:nvSpPr>
          <p:cNvPr id="8" name="TextBox 7"/>
          <p:cNvSpPr txBox="1"/>
          <p:nvPr/>
        </p:nvSpPr>
        <p:spPr>
          <a:xfrm>
            <a:off x="731520" y="2423160"/>
            <a:ext cx="6035040" cy="457200"/>
          </a:xfrm>
          <a:prstGeom prst="rect">
            <a:avLst/>
          </a:prstGeom>
          <a:noFill/>
        </p:spPr>
        <p:txBody>
          <a:bodyPr wrap="square"/>
          <a:lstStyle/>
          <a:p>
            <a:pPr algn="l"/>
            <a:r>
              <a:rPr sz="1100" b="0">
                <a:solidFill>
                  <a:srgbClr val="62E5F6"/>
                </a:solidFill>
                <a:latin typeface="HPE Graphik"/>
              </a:rPr>
              <a:t>How could we increase market access and build strong and direct channels to our end customers?</a:t>
            </a:r>
          </a:p>
        </p:txBody>
      </p:sp>
      <p:sp>
        <p:nvSpPr>
          <p:cNvPr id="9" name="TextBox 8"/>
          <p:cNvSpPr txBox="1"/>
          <p:nvPr/>
        </p:nvSpPr>
        <p:spPr>
          <a:xfrm>
            <a:off x="548640" y="3108960"/>
            <a:ext cx="2743200" cy="228600"/>
          </a:xfrm>
          <a:prstGeom prst="rect">
            <a:avLst/>
          </a:prstGeom>
          <a:noFill/>
        </p:spPr>
        <p:txBody>
          <a:bodyPr wrap="square"/>
          <a:lstStyle/>
          <a:p>
            <a:pPr algn="l"/>
            <a:r>
              <a:rPr sz="1000" b="1">
                <a:solidFill>
                  <a:srgbClr val="65AEF9"/>
                </a:solidFill>
                <a:latin typeface="HPE Graphik Semibold"/>
              </a:rPr>
              <a:t>FLAVORS (2)</a:t>
            </a:r>
          </a:p>
        </p:txBody>
      </p:sp>
      <p:sp>
        <p:nvSpPr>
          <p:cNvPr id="10" name="Rounded Rectangle 9"/>
          <p:cNvSpPr/>
          <p:nvPr/>
        </p:nvSpPr>
        <p:spPr>
          <a:xfrm>
            <a:off x="548640" y="3429000"/>
            <a:ext cx="507492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507492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520440"/>
            <a:ext cx="4855464" cy="228600"/>
          </a:xfrm>
          <a:prstGeom prst="rect">
            <a:avLst/>
          </a:prstGeom>
          <a:noFill/>
        </p:spPr>
        <p:txBody>
          <a:bodyPr wrap="square"/>
          <a:lstStyle/>
          <a:p>
            <a:pPr algn="l"/>
            <a:r>
              <a:rPr sz="1000" b="1">
                <a:solidFill>
                  <a:srgbClr val="65AEF9"/>
                </a:solidFill>
                <a:latin typeface="HPE Graphik Semibold"/>
              </a:rPr>
              <a:t>Disintermediators</a:t>
            </a:r>
          </a:p>
        </p:txBody>
      </p:sp>
      <p:sp>
        <p:nvSpPr>
          <p:cNvPr id="13" name="TextBox 12"/>
          <p:cNvSpPr txBox="1"/>
          <p:nvPr/>
        </p:nvSpPr>
        <p:spPr>
          <a:xfrm>
            <a:off x="658368" y="3749039"/>
            <a:ext cx="4855464" cy="457200"/>
          </a:xfrm>
          <a:prstGeom prst="rect">
            <a:avLst/>
          </a:prstGeom>
          <a:noFill/>
        </p:spPr>
        <p:txBody>
          <a:bodyPr wrap="square"/>
          <a:lstStyle/>
          <a:p>
            <a:pPr algn="l"/>
            <a:r>
              <a:rPr sz="800" b="0">
                <a:solidFill>
                  <a:srgbClr val="B1B9BE"/>
                </a:solidFill>
                <a:latin typeface="HPE Graphik"/>
              </a:rPr>
              <a:t>Establish direct channels to customers where intermediaries previously dominated market access. Replace the reach of intermediaries with your own marketing, customer acquisition activities, and strong brand.</a:t>
            </a:r>
          </a:p>
        </p:txBody>
      </p:sp>
      <p:sp>
        <p:nvSpPr>
          <p:cNvPr id="14" name="TextBox 13"/>
          <p:cNvSpPr txBox="1"/>
          <p:nvPr/>
        </p:nvSpPr>
        <p:spPr>
          <a:xfrm>
            <a:off x="658368" y="4389120"/>
            <a:ext cx="4855464" cy="228600"/>
          </a:xfrm>
          <a:prstGeom prst="rect">
            <a:avLst/>
          </a:prstGeom>
          <a:noFill/>
        </p:spPr>
        <p:txBody>
          <a:bodyPr wrap="square"/>
          <a:lstStyle/>
          <a:p>
            <a:pPr algn="l"/>
            <a:r>
              <a:rPr sz="700" b="0">
                <a:solidFill>
                  <a:schemeClr val="bg1"/>
                </a:solidFill>
                <a:latin typeface="HPE Graphik"/>
              </a:rPr>
              <a:t>e.g. Dollar Shave Club, Nespresso, Gore-Tex</a:t>
            </a:r>
          </a:p>
        </p:txBody>
      </p:sp>
      <p:sp>
        <p:nvSpPr>
          <p:cNvPr id="15" name="Rounded Rectangle 14"/>
          <p:cNvSpPr/>
          <p:nvPr/>
        </p:nvSpPr>
        <p:spPr>
          <a:xfrm>
            <a:off x="5760720" y="3429000"/>
            <a:ext cx="507492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760720" y="3429000"/>
            <a:ext cx="507492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70448" y="3520440"/>
            <a:ext cx="4855464" cy="228600"/>
          </a:xfrm>
          <a:prstGeom prst="rect">
            <a:avLst/>
          </a:prstGeom>
          <a:noFill/>
        </p:spPr>
        <p:txBody>
          <a:bodyPr wrap="square"/>
          <a:lstStyle/>
          <a:p>
            <a:pPr algn="l"/>
            <a:r>
              <a:rPr sz="1000" b="1">
                <a:solidFill>
                  <a:srgbClr val="65AEF9"/>
                </a:solidFill>
                <a:latin typeface="HPE Graphik Semibold"/>
              </a:rPr>
              <a:t>Opportunity Builders</a:t>
            </a:r>
          </a:p>
        </p:txBody>
      </p:sp>
      <p:sp>
        <p:nvSpPr>
          <p:cNvPr id="18" name="TextBox 17"/>
          <p:cNvSpPr txBox="1"/>
          <p:nvPr/>
        </p:nvSpPr>
        <p:spPr>
          <a:xfrm>
            <a:off x="5870448" y="3749039"/>
            <a:ext cx="4855464" cy="457200"/>
          </a:xfrm>
          <a:prstGeom prst="rect">
            <a:avLst/>
          </a:prstGeom>
          <a:noFill/>
        </p:spPr>
        <p:txBody>
          <a:bodyPr wrap="square"/>
          <a:lstStyle/>
          <a:p>
            <a:pPr algn="l"/>
            <a:r>
              <a:rPr sz="800" b="0">
                <a:solidFill>
                  <a:srgbClr val="B1B9BE"/>
                </a:solidFill>
                <a:latin typeface="HPE Graphik"/>
              </a:rPr>
              <a:t>Create business opportunities for others to sell the company's products and services. Help others make money and/or gain status, which is a powerful incentive to help you increase your market reach.</a:t>
            </a:r>
          </a:p>
        </p:txBody>
      </p:sp>
      <p:sp>
        <p:nvSpPr>
          <p:cNvPr id="19" name="TextBox 18"/>
          <p:cNvSpPr txBox="1"/>
          <p:nvPr/>
        </p:nvSpPr>
        <p:spPr>
          <a:xfrm>
            <a:off x="5870448" y="4389120"/>
            <a:ext cx="4855464" cy="228600"/>
          </a:xfrm>
          <a:prstGeom prst="rect">
            <a:avLst/>
          </a:prstGeom>
          <a:noFill/>
        </p:spPr>
        <p:txBody>
          <a:bodyPr wrap="square"/>
          <a:lstStyle/>
          <a:p>
            <a:pPr algn="l"/>
            <a:r>
              <a:rPr sz="700" b="0">
                <a:solidFill>
                  <a:schemeClr val="bg1"/>
                </a:solidFill>
                <a:latin typeface="HPE Graphik"/>
              </a:rPr>
              <a:t>e.g. Tupperware, Grameen Phone, J. Hilburn</a:t>
            </a:r>
          </a:p>
        </p:txBody>
      </p:sp>
      <p:sp>
        <p:nvSpPr>
          <p:cNvPr id="20" name="TextBox 19"/>
          <p:cNvSpPr txBox="1"/>
          <p:nvPr/>
        </p:nvSpPr>
        <p:spPr>
          <a:xfrm>
            <a:off x="457200" y="6309360"/>
            <a:ext cx="11247120" cy="274320"/>
          </a:xfrm>
          <a:prstGeom prst="rect">
            <a:avLst/>
          </a:prstGeom>
          <a:noFill/>
        </p:spPr>
        <p:txBody>
          <a:bodyPr wrap="square"/>
          <a:lstStyle/>
          <a:p>
            <a:pPr algn="ctr"/>
            <a:r>
              <a:rPr sz="800" b="0">
                <a:solidFill>
                  <a:srgbClr val="535C66"/>
                </a:solidFill>
                <a:latin typeface="HPE Graphik"/>
              </a:rPr>
              <a:t>INVENT  ·  Frontstage Disruption  ·  Channel Kings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00E0AF"/>
                </a:solidFill>
                <a:latin typeface="HPE Graphik Semibold"/>
              </a:rPr>
              <a:t>FRONTSTAGE DISRUPTION</a:t>
            </a:r>
          </a:p>
        </p:txBody>
      </p:sp>
      <p:sp>
        <p:nvSpPr>
          <p:cNvPr id="3" name="TextBox 2"/>
          <p:cNvSpPr txBox="1"/>
          <p:nvPr/>
        </p:nvSpPr>
        <p:spPr>
          <a:xfrm>
            <a:off x="548640" y="502920"/>
            <a:ext cx="7315200" cy="457200"/>
          </a:xfrm>
          <a:prstGeom prst="rect">
            <a:avLst/>
          </a:prstGeom>
          <a:noFill/>
        </p:spPr>
        <p:txBody>
          <a:bodyPr wrap="square"/>
          <a:lstStyle/>
          <a:p>
            <a:pPr algn="l"/>
            <a:r>
              <a:rPr sz="2800" b="1">
                <a:solidFill>
                  <a:srgbClr val="FFFFFF"/>
                </a:solidFill>
                <a:latin typeface="HPE Graphik Semibold"/>
              </a:rPr>
              <a:t>Gravity Creators</a:t>
            </a:r>
          </a:p>
        </p:txBody>
      </p:sp>
      <p:sp>
        <p:nvSpPr>
          <p:cNvPr id="4" name="TextBox 3"/>
          <p:cNvSpPr txBox="1"/>
          <p:nvPr/>
        </p:nvSpPr>
        <p:spPr>
          <a:xfrm>
            <a:off x="548640" y="1005840"/>
            <a:ext cx="4572000" cy="228600"/>
          </a:xfrm>
          <a:prstGeom prst="rect">
            <a:avLst/>
          </a:prstGeom>
          <a:noFill/>
        </p:spPr>
        <p:txBody>
          <a:bodyPr wrap="square"/>
          <a:lstStyle/>
          <a:p>
            <a:pPr algn="l"/>
            <a:r>
              <a:rPr sz="1200" b="1">
                <a:solidFill>
                  <a:srgbClr val="00E0AF"/>
                </a:solidFill>
                <a:latin typeface="HPE Graphik"/>
              </a:rPr>
              <a:t>↑ Lock In Customers</a:t>
            </a:r>
          </a:p>
        </p:txBody>
      </p:sp>
      <p:sp>
        <p:nvSpPr>
          <p:cNvPr id="5" name="TextBox 4"/>
          <p:cNvSpPr txBox="1"/>
          <p:nvPr/>
        </p:nvSpPr>
        <p:spPr>
          <a:xfrm>
            <a:off x="548640" y="1417320"/>
            <a:ext cx="6400800" cy="731520"/>
          </a:xfrm>
          <a:prstGeom prst="rect">
            <a:avLst/>
          </a:prstGeom>
          <a:noFill/>
        </p:spPr>
        <p:txBody>
          <a:bodyPr wrap="square"/>
          <a:lstStyle/>
          <a:p>
            <a:pPr algn="l"/>
            <a:r>
              <a:rPr sz="1200" b="0">
                <a:solidFill>
                  <a:srgbClr val="B1B9BE"/>
                </a:solidFill>
                <a:latin typeface="HPE Graphik"/>
              </a:rPr>
              <a:t>Make it difficult for customers to leave or switch to competitors. Create switching costs where previously there were none and turn transactional industries into ones with long-term relationships.</a:t>
            </a:r>
          </a:p>
        </p:txBody>
      </p:sp>
      <p:sp>
        <p:nvSpPr>
          <p:cNvPr id="6" name="Rounded Rectangle 5"/>
          <p:cNvSpPr/>
          <p:nvPr/>
        </p:nvSpPr>
        <p:spPr>
          <a:xfrm>
            <a:off x="548640" y="2286000"/>
            <a:ext cx="6400800" cy="64008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240280"/>
            <a:ext cx="642068" cy="182880"/>
          </a:xfrm>
          <a:prstGeom prst="rect">
            <a:avLst/>
          </a:prstGeom>
          <a:noFill/>
        </p:spPr>
        <p:txBody>
          <a:bodyPr wrap="square"/>
          <a:lstStyle/>
          <a:p>
            <a:pPr algn="l"/>
            <a:r>
              <a:rPr sz="700" b="1" dirty="0">
                <a:solidFill>
                  <a:srgbClr val="00E0AF"/>
                </a:solidFill>
                <a:latin typeface="HPE Graphik"/>
              </a:rPr>
              <a:t>TRIGGER</a:t>
            </a:r>
          </a:p>
        </p:txBody>
      </p:sp>
      <p:sp>
        <p:nvSpPr>
          <p:cNvPr id="8" name="TextBox 7"/>
          <p:cNvSpPr txBox="1"/>
          <p:nvPr/>
        </p:nvSpPr>
        <p:spPr>
          <a:xfrm>
            <a:off x="731520" y="2423160"/>
            <a:ext cx="6035040" cy="457200"/>
          </a:xfrm>
          <a:prstGeom prst="rect">
            <a:avLst/>
          </a:prstGeom>
          <a:noFill/>
        </p:spPr>
        <p:txBody>
          <a:bodyPr wrap="square"/>
          <a:lstStyle/>
          <a:p>
            <a:pPr algn="l"/>
            <a:r>
              <a:rPr sz="1100" b="0">
                <a:solidFill>
                  <a:srgbClr val="62E5F6"/>
                </a:solidFill>
                <a:latin typeface="HPE Graphik"/>
              </a:rPr>
              <a:t>How could we make it difficult for customers to leave and increase switching costs in a positive way?</a:t>
            </a:r>
          </a:p>
        </p:txBody>
      </p:sp>
      <p:sp>
        <p:nvSpPr>
          <p:cNvPr id="9" name="TextBox 8"/>
          <p:cNvSpPr txBox="1"/>
          <p:nvPr/>
        </p:nvSpPr>
        <p:spPr>
          <a:xfrm>
            <a:off x="548640" y="3108960"/>
            <a:ext cx="2743200" cy="228600"/>
          </a:xfrm>
          <a:prstGeom prst="rect">
            <a:avLst/>
          </a:prstGeom>
          <a:noFill/>
        </p:spPr>
        <p:txBody>
          <a:bodyPr wrap="square"/>
          <a:lstStyle/>
          <a:p>
            <a:pPr algn="l"/>
            <a:r>
              <a:rPr sz="1000" b="1">
                <a:solidFill>
                  <a:srgbClr val="65AEF9"/>
                </a:solidFill>
                <a:latin typeface="HPE Graphik Semibold"/>
              </a:rPr>
              <a:t>FLAVORS (2)</a:t>
            </a:r>
          </a:p>
        </p:txBody>
      </p:sp>
      <p:sp>
        <p:nvSpPr>
          <p:cNvPr id="10" name="Rounded Rectangle 9"/>
          <p:cNvSpPr/>
          <p:nvPr/>
        </p:nvSpPr>
        <p:spPr>
          <a:xfrm>
            <a:off x="548640" y="3429000"/>
            <a:ext cx="507492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507492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520440"/>
            <a:ext cx="4855464" cy="228600"/>
          </a:xfrm>
          <a:prstGeom prst="rect">
            <a:avLst/>
          </a:prstGeom>
          <a:noFill/>
        </p:spPr>
        <p:txBody>
          <a:bodyPr wrap="square"/>
          <a:lstStyle/>
          <a:p>
            <a:pPr algn="l"/>
            <a:r>
              <a:rPr sz="1000" b="1">
                <a:solidFill>
                  <a:srgbClr val="65AEF9"/>
                </a:solidFill>
                <a:latin typeface="HPE Graphik Semibold"/>
              </a:rPr>
              <a:t>Stickiness Scalers</a:t>
            </a:r>
          </a:p>
        </p:txBody>
      </p:sp>
      <p:sp>
        <p:nvSpPr>
          <p:cNvPr id="13" name="TextBox 12"/>
          <p:cNvSpPr txBox="1"/>
          <p:nvPr/>
        </p:nvSpPr>
        <p:spPr>
          <a:xfrm>
            <a:off x="658368" y="3749039"/>
            <a:ext cx="4855464" cy="457200"/>
          </a:xfrm>
          <a:prstGeom prst="rect">
            <a:avLst/>
          </a:prstGeom>
          <a:noFill/>
        </p:spPr>
        <p:txBody>
          <a:bodyPr wrap="square"/>
          <a:lstStyle/>
          <a:p>
            <a:pPr algn="l"/>
            <a:r>
              <a:rPr sz="800" b="0">
                <a:solidFill>
                  <a:srgbClr val="B1B9BE"/>
                </a:solidFill>
                <a:latin typeface="HPE Graphik"/>
              </a:rPr>
              <a:t>Increase stickiness by making it inconvenient for customers to leave. Inconvenience may be related to the difficulty of transferring data, steep learning curves, onerous departure procedures, or other customer pains if they decide to leave.</a:t>
            </a:r>
          </a:p>
        </p:txBody>
      </p:sp>
      <p:sp>
        <p:nvSpPr>
          <p:cNvPr id="14" name="TextBox 13"/>
          <p:cNvSpPr txBox="1"/>
          <p:nvPr/>
        </p:nvSpPr>
        <p:spPr>
          <a:xfrm>
            <a:off x="658368" y="4389120"/>
            <a:ext cx="4855464" cy="228600"/>
          </a:xfrm>
          <a:prstGeom prst="rect">
            <a:avLst/>
          </a:prstGeom>
          <a:noFill/>
        </p:spPr>
        <p:txBody>
          <a:bodyPr wrap="square"/>
          <a:lstStyle/>
          <a:p>
            <a:pPr algn="l"/>
            <a:r>
              <a:rPr sz="700" b="0">
                <a:solidFill>
                  <a:schemeClr val="bg1"/>
                </a:solidFill>
                <a:latin typeface="HPE Graphik"/>
              </a:rPr>
              <a:t>e.g. Microsoft Windows</a:t>
            </a:r>
          </a:p>
        </p:txBody>
      </p:sp>
      <p:sp>
        <p:nvSpPr>
          <p:cNvPr id="15" name="Rounded Rectangle 14"/>
          <p:cNvSpPr/>
          <p:nvPr/>
        </p:nvSpPr>
        <p:spPr>
          <a:xfrm>
            <a:off x="5760720" y="3429000"/>
            <a:ext cx="507492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760720" y="3429000"/>
            <a:ext cx="507492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70448" y="3520440"/>
            <a:ext cx="4855464" cy="228600"/>
          </a:xfrm>
          <a:prstGeom prst="rect">
            <a:avLst/>
          </a:prstGeom>
          <a:noFill/>
        </p:spPr>
        <p:txBody>
          <a:bodyPr wrap="square"/>
          <a:lstStyle/>
          <a:p>
            <a:pPr algn="l"/>
            <a:r>
              <a:rPr sz="1000" b="1">
                <a:solidFill>
                  <a:srgbClr val="65AEF9"/>
                </a:solidFill>
                <a:latin typeface="HPE Graphik Semibold"/>
              </a:rPr>
              <a:t>Superglue Makers</a:t>
            </a:r>
          </a:p>
        </p:txBody>
      </p:sp>
      <p:sp>
        <p:nvSpPr>
          <p:cNvPr id="18" name="TextBox 17"/>
          <p:cNvSpPr txBox="1"/>
          <p:nvPr/>
        </p:nvSpPr>
        <p:spPr>
          <a:xfrm>
            <a:off x="5870448" y="3749039"/>
            <a:ext cx="4855464" cy="457200"/>
          </a:xfrm>
          <a:prstGeom prst="rect">
            <a:avLst/>
          </a:prstGeom>
          <a:noFill/>
        </p:spPr>
        <p:txBody>
          <a:bodyPr wrap="square"/>
          <a:lstStyle/>
          <a:p>
            <a:pPr algn="l"/>
            <a:r>
              <a:rPr sz="800" b="0">
                <a:solidFill>
                  <a:srgbClr val="B1B9BE"/>
                </a:solidFill>
                <a:latin typeface="HPE Graphik"/>
              </a:rPr>
              <a:t>Make it difficult for customers to leave by locking them in. Lock-in may occur based on multiyear contracts, upfront sunk costs, cancellation fees, elimination of alternatives, and other techniques.</a:t>
            </a:r>
          </a:p>
        </p:txBody>
      </p:sp>
      <p:sp>
        <p:nvSpPr>
          <p:cNvPr id="19" name="TextBox 18"/>
          <p:cNvSpPr txBox="1"/>
          <p:nvPr/>
        </p:nvSpPr>
        <p:spPr>
          <a:xfrm>
            <a:off x="5870448" y="4389120"/>
            <a:ext cx="4855464" cy="228600"/>
          </a:xfrm>
          <a:prstGeom prst="rect">
            <a:avLst/>
          </a:prstGeom>
          <a:noFill/>
        </p:spPr>
        <p:txBody>
          <a:bodyPr wrap="square"/>
          <a:lstStyle/>
          <a:p>
            <a:pPr algn="l"/>
            <a:r>
              <a:rPr sz="700" b="0">
                <a:solidFill>
                  <a:schemeClr val="bg1"/>
                </a:solidFill>
                <a:latin typeface="HPE Graphik"/>
              </a:rPr>
              <a:t>e.g. Microsoft Xbox, Nespresso</a:t>
            </a:r>
          </a:p>
        </p:txBody>
      </p:sp>
      <p:sp>
        <p:nvSpPr>
          <p:cNvPr id="20" name="TextBox 19"/>
          <p:cNvSpPr txBox="1"/>
          <p:nvPr/>
        </p:nvSpPr>
        <p:spPr>
          <a:xfrm>
            <a:off x="457200" y="6309360"/>
            <a:ext cx="11247120" cy="274320"/>
          </a:xfrm>
          <a:prstGeom prst="rect">
            <a:avLst/>
          </a:prstGeom>
          <a:noFill/>
        </p:spPr>
        <p:txBody>
          <a:bodyPr wrap="square"/>
          <a:lstStyle/>
          <a:p>
            <a:pPr algn="ctr"/>
            <a:r>
              <a:rPr sz="800" b="0">
                <a:solidFill>
                  <a:srgbClr val="535C66"/>
                </a:solidFill>
                <a:latin typeface="HPE Graphik"/>
              </a:rPr>
              <a:t>INVENT  ·  Frontstage Disruption  ·  Gravity Creators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65AEF9"/>
                </a:solidFill>
                <a:latin typeface="HPE Graphik Semibold"/>
              </a:rPr>
              <a:t>BACKSTAGE DISRUPTION</a:t>
            </a:r>
          </a:p>
        </p:txBody>
      </p:sp>
      <p:sp>
        <p:nvSpPr>
          <p:cNvPr id="3" name="TextBox 2"/>
          <p:cNvSpPr txBox="1"/>
          <p:nvPr/>
        </p:nvSpPr>
        <p:spPr>
          <a:xfrm>
            <a:off x="548640" y="502920"/>
            <a:ext cx="7315200" cy="457200"/>
          </a:xfrm>
          <a:prstGeom prst="rect">
            <a:avLst/>
          </a:prstGeom>
          <a:noFill/>
        </p:spPr>
        <p:txBody>
          <a:bodyPr wrap="square"/>
          <a:lstStyle/>
          <a:p>
            <a:pPr algn="l"/>
            <a:r>
              <a:rPr sz="2800" b="1">
                <a:solidFill>
                  <a:srgbClr val="FFFFFF"/>
                </a:solidFill>
                <a:latin typeface="HPE Graphik Semibold"/>
              </a:rPr>
              <a:t>Resource Castles</a:t>
            </a:r>
          </a:p>
        </p:txBody>
      </p:sp>
      <p:sp>
        <p:nvSpPr>
          <p:cNvPr id="4" name="TextBox 3"/>
          <p:cNvSpPr txBox="1"/>
          <p:nvPr/>
        </p:nvSpPr>
        <p:spPr>
          <a:xfrm>
            <a:off x="548640" y="1005840"/>
            <a:ext cx="4572000" cy="228600"/>
          </a:xfrm>
          <a:prstGeom prst="rect">
            <a:avLst/>
          </a:prstGeom>
          <a:noFill/>
        </p:spPr>
        <p:txBody>
          <a:bodyPr wrap="square"/>
          <a:lstStyle/>
          <a:p>
            <a:pPr algn="l"/>
            <a:r>
              <a:rPr sz="1200" b="1">
                <a:solidFill>
                  <a:srgbClr val="65AEF9"/>
                </a:solidFill>
                <a:latin typeface="HPE Graphik"/>
              </a:rPr>
              <a:t>↑ Build Moats</a:t>
            </a:r>
          </a:p>
        </p:txBody>
      </p:sp>
      <p:sp>
        <p:nvSpPr>
          <p:cNvPr id="5" name="TextBox 4"/>
          <p:cNvSpPr txBox="1"/>
          <p:nvPr/>
        </p:nvSpPr>
        <p:spPr>
          <a:xfrm>
            <a:off x="548640" y="1417320"/>
            <a:ext cx="6400800" cy="731520"/>
          </a:xfrm>
          <a:prstGeom prst="rect">
            <a:avLst/>
          </a:prstGeom>
          <a:noFill/>
        </p:spPr>
        <p:txBody>
          <a:bodyPr wrap="square"/>
          <a:lstStyle/>
          <a:p>
            <a:pPr algn="l"/>
            <a:r>
              <a:rPr sz="1200" b="0">
                <a:solidFill>
                  <a:srgbClr val="B1B9BE"/>
                </a:solidFill>
                <a:latin typeface="HPE Graphik"/>
              </a:rPr>
              <a:t>Build a competitive advantage with key resources that are difficult or impossible for competitors to copy.</a:t>
            </a:r>
          </a:p>
        </p:txBody>
      </p:sp>
      <p:sp>
        <p:nvSpPr>
          <p:cNvPr id="6" name="Rounded Rectangle 5"/>
          <p:cNvSpPr/>
          <p:nvPr/>
        </p:nvSpPr>
        <p:spPr>
          <a:xfrm>
            <a:off x="548640" y="2286000"/>
            <a:ext cx="6400800" cy="64008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240280"/>
            <a:ext cx="612250" cy="182880"/>
          </a:xfrm>
          <a:prstGeom prst="rect">
            <a:avLst/>
          </a:prstGeom>
          <a:noFill/>
        </p:spPr>
        <p:txBody>
          <a:bodyPr wrap="square"/>
          <a:lstStyle/>
          <a:p>
            <a:pPr algn="l"/>
            <a:r>
              <a:rPr sz="700" b="1" dirty="0">
                <a:solidFill>
                  <a:srgbClr val="00E0AF"/>
                </a:solidFill>
                <a:latin typeface="HPE Graphik"/>
              </a:rPr>
              <a:t>TRIGGER</a:t>
            </a:r>
          </a:p>
        </p:txBody>
      </p:sp>
      <p:sp>
        <p:nvSpPr>
          <p:cNvPr id="8" name="TextBox 7"/>
          <p:cNvSpPr txBox="1"/>
          <p:nvPr/>
        </p:nvSpPr>
        <p:spPr>
          <a:xfrm>
            <a:off x="731520" y="2423160"/>
            <a:ext cx="6035040" cy="457200"/>
          </a:xfrm>
          <a:prstGeom prst="rect">
            <a:avLst/>
          </a:prstGeom>
          <a:noFill/>
        </p:spPr>
        <p:txBody>
          <a:bodyPr wrap="square"/>
          <a:lstStyle/>
          <a:p>
            <a:pPr algn="l"/>
            <a:r>
              <a:rPr sz="1100" b="0">
                <a:solidFill>
                  <a:srgbClr val="62E5F6"/>
                </a:solidFill>
                <a:latin typeface="HPE Graphik"/>
              </a:rPr>
              <a:t>How could we make difficult-to-copy resources a key pillar of our business model?</a:t>
            </a:r>
          </a:p>
        </p:txBody>
      </p:sp>
      <p:sp>
        <p:nvSpPr>
          <p:cNvPr id="9" name="TextBox 8"/>
          <p:cNvSpPr txBox="1"/>
          <p:nvPr/>
        </p:nvSpPr>
        <p:spPr>
          <a:xfrm>
            <a:off x="548640" y="3108960"/>
            <a:ext cx="2743200" cy="228600"/>
          </a:xfrm>
          <a:prstGeom prst="rect">
            <a:avLst/>
          </a:prstGeom>
          <a:noFill/>
        </p:spPr>
        <p:txBody>
          <a:bodyPr wrap="square"/>
          <a:lstStyle/>
          <a:p>
            <a:pPr algn="l"/>
            <a:r>
              <a:rPr sz="1000" b="1">
                <a:solidFill>
                  <a:srgbClr val="65AEF9"/>
                </a:solidFill>
                <a:latin typeface="HPE Graphik Semibold"/>
              </a:rPr>
              <a:t>FLAVORS (4)</a:t>
            </a:r>
          </a:p>
        </p:txBody>
      </p:sp>
      <p:sp>
        <p:nvSpPr>
          <p:cNvPr id="10" name="Rounded Rectangle 9"/>
          <p:cNvSpPr/>
          <p:nvPr/>
        </p:nvSpPr>
        <p:spPr>
          <a:xfrm>
            <a:off x="54864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520440"/>
            <a:ext cx="3118104" cy="228600"/>
          </a:xfrm>
          <a:prstGeom prst="rect">
            <a:avLst/>
          </a:prstGeom>
          <a:noFill/>
        </p:spPr>
        <p:txBody>
          <a:bodyPr wrap="square"/>
          <a:lstStyle/>
          <a:p>
            <a:pPr algn="l"/>
            <a:r>
              <a:rPr sz="1000" b="1">
                <a:solidFill>
                  <a:srgbClr val="65AEF9"/>
                </a:solidFill>
                <a:latin typeface="HPE Graphik Semibold"/>
              </a:rPr>
              <a:t>User Base Castles</a:t>
            </a:r>
          </a:p>
        </p:txBody>
      </p:sp>
      <p:sp>
        <p:nvSpPr>
          <p:cNvPr id="13" name="TextBox 12"/>
          <p:cNvSpPr txBox="1"/>
          <p:nvPr/>
        </p:nvSpPr>
        <p:spPr>
          <a:xfrm>
            <a:off x="658368" y="3749039"/>
            <a:ext cx="3118104" cy="457200"/>
          </a:xfrm>
          <a:prstGeom prst="rect">
            <a:avLst/>
          </a:prstGeom>
          <a:noFill/>
        </p:spPr>
        <p:txBody>
          <a:bodyPr wrap="square"/>
          <a:lstStyle/>
          <a:p>
            <a:pPr algn="l"/>
            <a:r>
              <a:rPr sz="800" b="0">
                <a:solidFill>
                  <a:srgbClr val="B1B9BE"/>
                </a:solidFill>
                <a:latin typeface="HPE Graphik"/>
              </a:rPr>
              <a:t>Create a business model with network effects in which a large number of users equals the relative value for other users. Acquire a large user base to establish a competitive advantage that makes it hard for anybody else to catch up.</a:t>
            </a:r>
          </a:p>
        </p:txBody>
      </p:sp>
      <p:sp>
        <p:nvSpPr>
          <p:cNvPr id="14" name="Rounded Rectangle 13"/>
          <p:cNvSpPr/>
          <p:nvPr/>
        </p:nvSpPr>
        <p:spPr>
          <a:xfrm>
            <a:off x="402336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2336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33088" y="3520440"/>
            <a:ext cx="3118104" cy="228600"/>
          </a:xfrm>
          <a:prstGeom prst="rect">
            <a:avLst/>
          </a:prstGeom>
          <a:noFill/>
        </p:spPr>
        <p:txBody>
          <a:bodyPr wrap="square"/>
          <a:lstStyle/>
          <a:p>
            <a:pPr algn="l"/>
            <a:r>
              <a:rPr sz="1000" b="1">
                <a:solidFill>
                  <a:srgbClr val="65AEF9"/>
                </a:solidFill>
                <a:latin typeface="HPE Graphik Semibold"/>
              </a:rPr>
              <a:t>Platform Castles</a:t>
            </a:r>
          </a:p>
        </p:txBody>
      </p:sp>
      <p:sp>
        <p:nvSpPr>
          <p:cNvPr id="17" name="TextBox 16"/>
          <p:cNvSpPr txBox="1"/>
          <p:nvPr/>
        </p:nvSpPr>
        <p:spPr>
          <a:xfrm>
            <a:off x="4133088" y="3749039"/>
            <a:ext cx="3118104" cy="457200"/>
          </a:xfrm>
          <a:prstGeom prst="rect">
            <a:avLst/>
          </a:prstGeom>
          <a:noFill/>
        </p:spPr>
        <p:txBody>
          <a:bodyPr wrap="square"/>
          <a:lstStyle/>
          <a:p>
            <a:pPr algn="l"/>
            <a:r>
              <a:rPr sz="800" b="0">
                <a:solidFill>
                  <a:srgbClr val="B1B9BE"/>
                </a:solidFill>
                <a:latin typeface="HPE Graphik"/>
              </a:rPr>
              <a:t>Create a business model with network effects in which a large number of users represents value to one or more other distinct sets of users, and vice versa.</a:t>
            </a:r>
          </a:p>
        </p:txBody>
      </p:sp>
      <p:sp>
        <p:nvSpPr>
          <p:cNvPr id="18" name="Rounded Rectangle 17"/>
          <p:cNvSpPr/>
          <p:nvPr/>
        </p:nvSpPr>
        <p:spPr>
          <a:xfrm>
            <a:off x="749808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9808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07808" y="3520440"/>
            <a:ext cx="3118104" cy="228600"/>
          </a:xfrm>
          <a:prstGeom prst="rect">
            <a:avLst/>
          </a:prstGeom>
          <a:noFill/>
        </p:spPr>
        <p:txBody>
          <a:bodyPr wrap="square"/>
          <a:lstStyle/>
          <a:p>
            <a:pPr algn="l"/>
            <a:r>
              <a:rPr sz="1000" b="1">
                <a:solidFill>
                  <a:srgbClr val="65AEF9"/>
                </a:solidFill>
                <a:latin typeface="HPE Graphik Semibold"/>
              </a:rPr>
              <a:t>IP Castles</a:t>
            </a:r>
          </a:p>
        </p:txBody>
      </p:sp>
      <p:sp>
        <p:nvSpPr>
          <p:cNvPr id="21" name="TextBox 20"/>
          <p:cNvSpPr txBox="1"/>
          <p:nvPr/>
        </p:nvSpPr>
        <p:spPr>
          <a:xfrm>
            <a:off x="7607808" y="3749039"/>
            <a:ext cx="3118104" cy="457200"/>
          </a:xfrm>
          <a:prstGeom prst="rect">
            <a:avLst/>
          </a:prstGeom>
          <a:noFill/>
        </p:spPr>
        <p:txBody>
          <a:bodyPr wrap="square"/>
          <a:lstStyle/>
          <a:p>
            <a:pPr algn="l"/>
            <a:r>
              <a:rPr sz="800" b="0">
                <a:solidFill>
                  <a:srgbClr val="B1B9BE"/>
                </a:solidFill>
                <a:latin typeface="HPE Graphik"/>
              </a:rPr>
              <a:t>Use protected intellectual property (IP) to outcompete others. Offer distinct value propositions that are hard or impossible to copy if you don't own the IP.</a:t>
            </a:r>
          </a:p>
        </p:txBody>
      </p:sp>
      <p:sp>
        <p:nvSpPr>
          <p:cNvPr id="22" name="Rounded Rectangle 21"/>
          <p:cNvSpPr/>
          <p:nvPr/>
        </p:nvSpPr>
        <p:spPr>
          <a:xfrm>
            <a:off x="548640" y="489204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489204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 y="4983479"/>
            <a:ext cx="3118104" cy="228600"/>
          </a:xfrm>
          <a:prstGeom prst="rect">
            <a:avLst/>
          </a:prstGeom>
          <a:noFill/>
        </p:spPr>
        <p:txBody>
          <a:bodyPr wrap="square"/>
          <a:lstStyle/>
          <a:p>
            <a:pPr algn="l"/>
            <a:r>
              <a:rPr sz="1000" b="1">
                <a:solidFill>
                  <a:srgbClr val="65AEF9"/>
                </a:solidFill>
                <a:latin typeface="HPE Graphik Semibold"/>
              </a:rPr>
              <a:t>Brand Castles</a:t>
            </a:r>
          </a:p>
        </p:txBody>
      </p:sp>
      <p:sp>
        <p:nvSpPr>
          <p:cNvPr id="25" name="TextBox 24"/>
          <p:cNvSpPr txBox="1"/>
          <p:nvPr/>
        </p:nvSpPr>
        <p:spPr>
          <a:xfrm>
            <a:off x="658368" y="5212079"/>
            <a:ext cx="3118104" cy="457200"/>
          </a:xfrm>
          <a:prstGeom prst="rect">
            <a:avLst/>
          </a:prstGeom>
          <a:noFill/>
        </p:spPr>
        <p:txBody>
          <a:bodyPr wrap="square"/>
          <a:lstStyle/>
          <a:p>
            <a:pPr algn="l"/>
            <a:r>
              <a:rPr sz="800" b="0">
                <a:solidFill>
                  <a:srgbClr val="B1B9BE"/>
                </a:solidFill>
                <a:latin typeface="HPE Graphik"/>
              </a:rPr>
              <a:t>Use a strong brand to outcompete others. Focus on value propositions in which a strong brand is an essential component.</a:t>
            </a:r>
          </a:p>
        </p:txBody>
      </p:sp>
      <p:sp>
        <p:nvSpPr>
          <p:cNvPr id="26" name="TextBox 25"/>
          <p:cNvSpPr txBox="1"/>
          <p:nvPr/>
        </p:nvSpPr>
        <p:spPr>
          <a:xfrm>
            <a:off x="457200" y="6309360"/>
            <a:ext cx="11247120" cy="274320"/>
          </a:xfrm>
          <a:prstGeom prst="rect">
            <a:avLst/>
          </a:prstGeom>
          <a:noFill/>
        </p:spPr>
        <p:txBody>
          <a:bodyPr wrap="square"/>
          <a:lstStyle/>
          <a:p>
            <a:pPr algn="ctr"/>
            <a:r>
              <a:rPr sz="800" b="0">
                <a:solidFill>
                  <a:srgbClr val="535C66"/>
                </a:solidFill>
                <a:latin typeface="HPE Graphik"/>
              </a:rPr>
              <a:t>INVENT  ·  Backstage Disruption  ·  Resource Castles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65AEF9"/>
                </a:solidFill>
                <a:latin typeface="HPE Graphik Semibold"/>
              </a:rPr>
              <a:t>BACKSTAGE DISRUPTION</a:t>
            </a:r>
          </a:p>
        </p:txBody>
      </p:sp>
      <p:sp>
        <p:nvSpPr>
          <p:cNvPr id="3" name="TextBox 2"/>
          <p:cNvSpPr txBox="1"/>
          <p:nvPr/>
        </p:nvSpPr>
        <p:spPr>
          <a:xfrm>
            <a:off x="548640" y="502920"/>
            <a:ext cx="7315200" cy="457200"/>
          </a:xfrm>
          <a:prstGeom prst="rect">
            <a:avLst/>
          </a:prstGeom>
          <a:noFill/>
        </p:spPr>
        <p:txBody>
          <a:bodyPr wrap="square"/>
          <a:lstStyle/>
          <a:p>
            <a:pPr algn="l"/>
            <a:r>
              <a:rPr sz="2800" b="1">
                <a:solidFill>
                  <a:srgbClr val="FFFFFF"/>
                </a:solidFill>
                <a:latin typeface="HPE Graphik Semibold"/>
              </a:rPr>
              <a:t>Activity Differentiators</a:t>
            </a:r>
          </a:p>
        </p:txBody>
      </p:sp>
      <p:sp>
        <p:nvSpPr>
          <p:cNvPr id="4" name="TextBox 3"/>
          <p:cNvSpPr txBox="1"/>
          <p:nvPr/>
        </p:nvSpPr>
        <p:spPr>
          <a:xfrm>
            <a:off x="548640" y="1005840"/>
            <a:ext cx="4572000" cy="228600"/>
          </a:xfrm>
          <a:prstGeom prst="rect">
            <a:avLst/>
          </a:prstGeom>
          <a:noFill/>
        </p:spPr>
        <p:txBody>
          <a:bodyPr wrap="square"/>
          <a:lstStyle/>
          <a:p>
            <a:pPr algn="l"/>
            <a:r>
              <a:rPr sz="1200" b="1">
                <a:solidFill>
                  <a:srgbClr val="65AEF9"/>
                </a:solidFill>
                <a:latin typeface="HPE Graphik"/>
              </a:rPr>
              <a:t>↑ Better Configure Activities</a:t>
            </a:r>
          </a:p>
        </p:txBody>
      </p:sp>
      <p:sp>
        <p:nvSpPr>
          <p:cNvPr id="5" name="TextBox 4"/>
          <p:cNvSpPr txBox="1"/>
          <p:nvPr/>
        </p:nvSpPr>
        <p:spPr>
          <a:xfrm>
            <a:off x="548640" y="1417320"/>
            <a:ext cx="6400800" cy="731520"/>
          </a:xfrm>
          <a:prstGeom prst="rect">
            <a:avLst/>
          </a:prstGeom>
          <a:noFill/>
        </p:spPr>
        <p:txBody>
          <a:bodyPr wrap="square"/>
          <a:lstStyle/>
          <a:p>
            <a:pPr algn="l"/>
            <a:r>
              <a:rPr sz="1200" b="0">
                <a:solidFill>
                  <a:srgbClr val="B1B9BE"/>
                </a:solidFill>
                <a:latin typeface="HPE Graphik"/>
              </a:rPr>
              <a:t>Radically change which activities you perform and how you combine them to create and deliver value to customers. Create innovative value propositions based on activity differentiation.</a:t>
            </a:r>
          </a:p>
        </p:txBody>
      </p:sp>
      <p:sp>
        <p:nvSpPr>
          <p:cNvPr id="6" name="Rounded Rectangle 5"/>
          <p:cNvSpPr/>
          <p:nvPr/>
        </p:nvSpPr>
        <p:spPr>
          <a:xfrm>
            <a:off x="548640" y="2286000"/>
            <a:ext cx="6400800" cy="64008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240280"/>
            <a:ext cx="592372" cy="137160"/>
          </a:xfrm>
          <a:prstGeom prst="rect">
            <a:avLst/>
          </a:prstGeom>
          <a:noFill/>
        </p:spPr>
        <p:txBody>
          <a:bodyPr wrap="square"/>
          <a:lstStyle/>
          <a:p>
            <a:pPr algn="l"/>
            <a:r>
              <a:rPr sz="700" b="1" dirty="0">
                <a:solidFill>
                  <a:srgbClr val="00E0AF"/>
                </a:solidFill>
                <a:latin typeface="HPE Graphik"/>
              </a:rPr>
              <a:t>TRIGGER</a:t>
            </a:r>
          </a:p>
        </p:txBody>
      </p:sp>
      <p:sp>
        <p:nvSpPr>
          <p:cNvPr id="8" name="TextBox 7"/>
          <p:cNvSpPr txBox="1"/>
          <p:nvPr/>
        </p:nvSpPr>
        <p:spPr>
          <a:xfrm>
            <a:off x="731520" y="2423160"/>
            <a:ext cx="6035040" cy="457200"/>
          </a:xfrm>
          <a:prstGeom prst="rect">
            <a:avLst/>
          </a:prstGeom>
          <a:noFill/>
        </p:spPr>
        <p:txBody>
          <a:bodyPr wrap="square"/>
          <a:lstStyle/>
          <a:p>
            <a:pPr algn="l"/>
            <a:r>
              <a:rPr sz="1100" b="0">
                <a:solidFill>
                  <a:srgbClr val="62E5F6"/>
                </a:solidFill>
                <a:latin typeface="HPE Graphik"/>
              </a:rPr>
              <a:t>Could we create (significantly more) value for customers by performing new activities or configuring activities in innovative ways?</a:t>
            </a:r>
          </a:p>
        </p:txBody>
      </p:sp>
      <p:sp>
        <p:nvSpPr>
          <p:cNvPr id="9" name="TextBox 8"/>
          <p:cNvSpPr txBox="1"/>
          <p:nvPr/>
        </p:nvSpPr>
        <p:spPr>
          <a:xfrm>
            <a:off x="548640" y="3108960"/>
            <a:ext cx="2743200" cy="228600"/>
          </a:xfrm>
          <a:prstGeom prst="rect">
            <a:avLst/>
          </a:prstGeom>
          <a:noFill/>
        </p:spPr>
        <p:txBody>
          <a:bodyPr wrap="square"/>
          <a:lstStyle/>
          <a:p>
            <a:pPr algn="l"/>
            <a:r>
              <a:rPr sz="1000" b="1">
                <a:solidFill>
                  <a:srgbClr val="65AEF9"/>
                </a:solidFill>
                <a:latin typeface="HPE Graphik Semibold"/>
              </a:rPr>
              <a:t>FLAVORS (4)</a:t>
            </a:r>
          </a:p>
        </p:txBody>
      </p:sp>
      <p:sp>
        <p:nvSpPr>
          <p:cNvPr id="10" name="Rounded Rectangle 9"/>
          <p:cNvSpPr/>
          <p:nvPr/>
        </p:nvSpPr>
        <p:spPr>
          <a:xfrm>
            <a:off x="54864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520440"/>
            <a:ext cx="3118104" cy="228600"/>
          </a:xfrm>
          <a:prstGeom prst="rect">
            <a:avLst/>
          </a:prstGeom>
          <a:noFill/>
        </p:spPr>
        <p:txBody>
          <a:bodyPr wrap="square"/>
          <a:lstStyle/>
          <a:p>
            <a:pPr algn="l"/>
            <a:r>
              <a:rPr sz="1000" b="1">
                <a:solidFill>
                  <a:srgbClr val="65AEF9"/>
                </a:solidFill>
                <a:latin typeface="HPE Graphik Semibold"/>
              </a:rPr>
              <a:t>Efficiency Disruptors</a:t>
            </a:r>
          </a:p>
        </p:txBody>
      </p:sp>
      <p:sp>
        <p:nvSpPr>
          <p:cNvPr id="13" name="TextBox 12"/>
          <p:cNvSpPr txBox="1"/>
          <p:nvPr/>
        </p:nvSpPr>
        <p:spPr>
          <a:xfrm>
            <a:off x="658368" y="3749039"/>
            <a:ext cx="3118104" cy="457200"/>
          </a:xfrm>
          <a:prstGeom prst="rect">
            <a:avLst/>
          </a:prstGeom>
          <a:noFill/>
        </p:spPr>
        <p:txBody>
          <a:bodyPr wrap="square"/>
          <a:lstStyle/>
          <a:p>
            <a:pPr algn="l"/>
            <a:r>
              <a:rPr sz="800" b="0">
                <a:solidFill>
                  <a:srgbClr val="B1B9BE"/>
                </a:solidFill>
                <a:latin typeface="HPE Graphik"/>
              </a:rPr>
              <a:t>Substantially change which activities you perform and how you configure them in order to become radically more efficient. Use this to create a disruptively low cost structure.</a:t>
            </a:r>
          </a:p>
        </p:txBody>
      </p:sp>
      <p:sp>
        <p:nvSpPr>
          <p:cNvPr id="14" name="Rounded Rectangle 13"/>
          <p:cNvSpPr/>
          <p:nvPr/>
        </p:nvSpPr>
        <p:spPr>
          <a:xfrm>
            <a:off x="402336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2336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33088" y="3520440"/>
            <a:ext cx="3118104" cy="228600"/>
          </a:xfrm>
          <a:prstGeom prst="rect">
            <a:avLst/>
          </a:prstGeom>
          <a:noFill/>
        </p:spPr>
        <p:txBody>
          <a:bodyPr wrap="square"/>
          <a:lstStyle/>
          <a:p>
            <a:pPr algn="l"/>
            <a:r>
              <a:rPr sz="1000" b="1">
                <a:solidFill>
                  <a:srgbClr val="65AEF9"/>
                </a:solidFill>
                <a:latin typeface="HPE Graphik Semibold"/>
              </a:rPr>
              <a:t>Speed Masters</a:t>
            </a:r>
          </a:p>
        </p:txBody>
      </p:sp>
      <p:sp>
        <p:nvSpPr>
          <p:cNvPr id="17" name="TextBox 16"/>
          <p:cNvSpPr txBox="1"/>
          <p:nvPr/>
        </p:nvSpPr>
        <p:spPr>
          <a:xfrm>
            <a:off x="4133088" y="3749039"/>
            <a:ext cx="3118104" cy="457200"/>
          </a:xfrm>
          <a:prstGeom prst="rect">
            <a:avLst/>
          </a:prstGeom>
          <a:noFill/>
        </p:spPr>
        <p:txBody>
          <a:bodyPr wrap="square"/>
          <a:lstStyle/>
          <a:p>
            <a:pPr algn="l"/>
            <a:r>
              <a:rPr sz="800" b="0">
                <a:solidFill>
                  <a:srgbClr val="B1B9BE"/>
                </a:solidFill>
                <a:latin typeface="HPE Graphik"/>
              </a:rPr>
              <a:t>Build radically new activity configurations focused on speed. Create new, time-critical value propositions and accelerate time to market.</a:t>
            </a:r>
          </a:p>
        </p:txBody>
      </p:sp>
      <p:sp>
        <p:nvSpPr>
          <p:cNvPr id="18" name="Rounded Rectangle 17"/>
          <p:cNvSpPr/>
          <p:nvPr/>
        </p:nvSpPr>
        <p:spPr>
          <a:xfrm>
            <a:off x="749808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9808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07808" y="3520440"/>
            <a:ext cx="3118104" cy="228600"/>
          </a:xfrm>
          <a:prstGeom prst="rect">
            <a:avLst/>
          </a:prstGeom>
          <a:noFill/>
        </p:spPr>
        <p:txBody>
          <a:bodyPr wrap="square"/>
          <a:lstStyle/>
          <a:p>
            <a:pPr algn="l"/>
            <a:r>
              <a:rPr sz="1000" b="1">
                <a:solidFill>
                  <a:srgbClr val="65AEF9"/>
                </a:solidFill>
                <a:latin typeface="HPE Graphik Semibold"/>
              </a:rPr>
              <a:t>Sustainability Masters</a:t>
            </a:r>
          </a:p>
        </p:txBody>
      </p:sp>
      <p:sp>
        <p:nvSpPr>
          <p:cNvPr id="21" name="TextBox 20"/>
          <p:cNvSpPr txBox="1"/>
          <p:nvPr/>
        </p:nvSpPr>
        <p:spPr>
          <a:xfrm>
            <a:off x="7607808" y="3749039"/>
            <a:ext cx="3118104" cy="457200"/>
          </a:xfrm>
          <a:prstGeom prst="rect">
            <a:avLst/>
          </a:prstGeom>
          <a:noFill/>
        </p:spPr>
        <p:txBody>
          <a:bodyPr wrap="square"/>
          <a:lstStyle/>
          <a:p>
            <a:pPr algn="l"/>
            <a:r>
              <a:rPr sz="800" b="0">
                <a:solidFill>
                  <a:srgbClr val="B1B9BE"/>
                </a:solidFill>
                <a:latin typeface="HPE Graphik"/>
              </a:rPr>
              <a:t>Adjust activities such that they are environmentally friendly and positively impact society, even if it may lead to higher costs.</a:t>
            </a:r>
          </a:p>
        </p:txBody>
      </p:sp>
      <p:sp>
        <p:nvSpPr>
          <p:cNvPr id="22" name="Rounded Rectangle 21"/>
          <p:cNvSpPr/>
          <p:nvPr/>
        </p:nvSpPr>
        <p:spPr>
          <a:xfrm>
            <a:off x="548640" y="489204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489204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 y="4983479"/>
            <a:ext cx="3118104" cy="228600"/>
          </a:xfrm>
          <a:prstGeom prst="rect">
            <a:avLst/>
          </a:prstGeom>
          <a:noFill/>
        </p:spPr>
        <p:txBody>
          <a:bodyPr wrap="square"/>
          <a:lstStyle/>
          <a:p>
            <a:pPr algn="l"/>
            <a:r>
              <a:rPr sz="1000" b="1">
                <a:solidFill>
                  <a:srgbClr val="65AEF9"/>
                </a:solidFill>
                <a:latin typeface="HPE Graphik Semibold"/>
              </a:rPr>
              <a:t>Build-to-Order</a:t>
            </a:r>
          </a:p>
        </p:txBody>
      </p:sp>
      <p:sp>
        <p:nvSpPr>
          <p:cNvPr id="25" name="TextBox 24"/>
          <p:cNvSpPr txBox="1"/>
          <p:nvPr/>
        </p:nvSpPr>
        <p:spPr>
          <a:xfrm>
            <a:off x="658368" y="5212079"/>
            <a:ext cx="3118104" cy="457200"/>
          </a:xfrm>
          <a:prstGeom prst="rect">
            <a:avLst/>
          </a:prstGeom>
          <a:noFill/>
        </p:spPr>
        <p:txBody>
          <a:bodyPr wrap="square"/>
          <a:lstStyle/>
          <a:p>
            <a:pPr algn="l"/>
            <a:r>
              <a:rPr sz="800" b="0">
                <a:solidFill>
                  <a:srgbClr val="B1B9BE"/>
                </a:solidFill>
                <a:latin typeface="HPE Graphik"/>
              </a:rPr>
              <a:t>Configure products or services to match the exact specifications of customers. Adjust activities such that they only go into motion when an order is received.</a:t>
            </a:r>
          </a:p>
        </p:txBody>
      </p:sp>
      <p:sp>
        <p:nvSpPr>
          <p:cNvPr id="26" name="TextBox 25"/>
          <p:cNvSpPr txBox="1"/>
          <p:nvPr/>
        </p:nvSpPr>
        <p:spPr>
          <a:xfrm>
            <a:off x="457200" y="6309360"/>
            <a:ext cx="11247120" cy="274320"/>
          </a:xfrm>
          <a:prstGeom prst="rect">
            <a:avLst/>
          </a:prstGeom>
          <a:noFill/>
        </p:spPr>
        <p:txBody>
          <a:bodyPr wrap="square"/>
          <a:lstStyle/>
          <a:p>
            <a:pPr algn="ctr"/>
            <a:r>
              <a:rPr sz="800" b="0">
                <a:solidFill>
                  <a:srgbClr val="535C66"/>
                </a:solidFill>
                <a:latin typeface="HPE Graphik"/>
              </a:rPr>
              <a:t>INVENT  ·  Backstage Disruption  ·  Activity Differentiators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65AEF9"/>
                </a:solidFill>
                <a:latin typeface="HPE Graphik Semibold"/>
              </a:rPr>
              <a:t>BACKSTAGE DISRUPTION</a:t>
            </a:r>
          </a:p>
        </p:txBody>
      </p:sp>
      <p:sp>
        <p:nvSpPr>
          <p:cNvPr id="3" name="TextBox 2"/>
          <p:cNvSpPr txBox="1"/>
          <p:nvPr/>
        </p:nvSpPr>
        <p:spPr>
          <a:xfrm>
            <a:off x="548640" y="502920"/>
            <a:ext cx="7315200" cy="457200"/>
          </a:xfrm>
          <a:prstGeom prst="rect">
            <a:avLst/>
          </a:prstGeom>
          <a:noFill/>
        </p:spPr>
        <p:txBody>
          <a:bodyPr wrap="square"/>
          <a:lstStyle/>
          <a:p>
            <a:pPr algn="l"/>
            <a:r>
              <a:rPr sz="2800" b="1">
                <a:solidFill>
                  <a:srgbClr val="FFFFFF"/>
                </a:solidFill>
                <a:latin typeface="HPE Graphik Semibold"/>
              </a:rPr>
              <a:t>Scalers</a:t>
            </a:r>
          </a:p>
        </p:txBody>
      </p:sp>
      <p:sp>
        <p:nvSpPr>
          <p:cNvPr id="4" name="TextBox 3"/>
          <p:cNvSpPr txBox="1"/>
          <p:nvPr/>
        </p:nvSpPr>
        <p:spPr>
          <a:xfrm>
            <a:off x="548640" y="1005840"/>
            <a:ext cx="4572000" cy="228600"/>
          </a:xfrm>
          <a:prstGeom prst="rect">
            <a:avLst/>
          </a:prstGeom>
          <a:noFill/>
        </p:spPr>
        <p:txBody>
          <a:bodyPr wrap="square"/>
          <a:lstStyle/>
          <a:p>
            <a:pPr algn="l"/>
            <a:r>
              <a:rPr sz="1200" b="1">
                <a:solidFill>
                  <a:srgbClr val="65AEF9"/>
                </a:solidFill>
                <a:latin typeface="HPE Graphik"/>
              </a:rPr>
              <a:t>↑ Grow Faster</a:t>
            </a:r>
          </a:p>
        </p:txBody>
      </p:sp>
      <p:sp>
        <p:nvSpPr>
          <p:cNvPr id="5" name="TextBox 4"/>
          <p:cNvSpPr txBox="1"/>
          <p:nvPr/>
        </p:nvSpPr>
        <p:spPr>
          <a:xfrm>
            <a:off x="548640" y="1417320"/>
            <a:ext cx="6400800" cy="731520"/>
          </a:xfrm>
          <a:prstGeom prst="rect">
            <a:avLst/>
          </a:prstGeom>
          <a:noFill/>
        </p:spPr>
        <p:txBody>
          <a:bodyPr wrap="square"/>
          <a:lstStyle/>
          <a:p>
            <a:pPr algn="l"/>
            <a:r>
              <a:rPr sz="1200" b="0">
                <a:solidFill>
                  <a:srgbClr val="B1B9BE"/>
                </a:solidFill>
                <a:latin typeface="HPE Graphik"/>
              </a:rPr>
              <a:t>Find radically new ways to scale where others stay stuck in conventional nonscalable business models.</a:t>
            </a:r>
          </a:p>
        </p:txBody>
      </p:sp>
      <p:sp>
        <p:nvSpPr>
          <p:cNvPr id="6" name="Rounded Rectangle 5"/>
          <p:cNvSpPr/>
          <p:nvPr/>
        </p:nvSpPr>
        <p:spPr>
          <a:xfrm>
            <a:off x="548640" y="2286000"/>
            <a:ext cx="6400800" cy="64008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240280"/>
            <a:ext cx="781216" cy="128016"/>
          </a:xfrm>
          <a:prstGeom prst="rect">
            <a:avLst/>
          </a:prstGeom>
          <a:noFill/>
        </p:spPr>
        <p:txBody>
          <a:bodyPr wrap="square"/>
          <a:lstStyle/>
          <a:p>
            <a:pPr algn="l"/>
            <a:r>
              <a:rPr sz="700" b="1" dirty="0">
                <a:solidFill>
                  <a:srgbClr val="00E0AF"/>
                </a:solidFill>
                <a:latin typeface="HPE Graphik"/>
              </a:rPr>
              <a:t>TRIGGER</a:t>
            </a:r>
          </a:p>
        </p:txBody>
      </p:sp>
      <p:sp>
        <p:nvSpPr>
          <p:cNvPr id="8" name="TextBox 7"/>
          <p:cNvSpPr txBox="1"/>
          <p:nvPr/>
        </p:nvSpPr>
        <p:spPr>
          <a:xfrm>
            <a:off x="731520" y="2423160"/>
            <a:ext cx="6035040" cy="457200"/>
          </a:xfrm>
          <a:prstGeom prst="rect">
            <a:avLst/>
          </a:prstGeom>
          <a:noFill/>
        </p:spPr>
        <p:txBody>
          <a:bodyPr wrap="square"/>
          <a:lstStyle/>
          <a:p>
            <a:pPr algn="l"/>
            <a:r>
              <a:rPr sz="1100" b="0">
                <a:solidFill>
                  <a:srgbClr val="62E5F6"/>
                </a:solidFill>
                <a:latin typeface="HPE Graphik"/>
              </a:rPr>
              <a:t>What could we do differently to make our business model more scalable (e.g., eliminate resource and activity bottlenecks)?</a:t>
            </a:r>
          </a:p>
        </p:txBody>
      </p:sp>
      <p:sp>
        <p:nvSpPr>
          <p:cNvPr id="9" name="TextBox 8"/>
          <p:cNvSpPr txBox="1"/>
          <p:nvPr/>
        </p:nvSpPr>
        <p:spPr>
          <a:xfrm>
            <a:off x="548640" y="3108960"/>
            <a:ext cx="2743200" cy="228600"/>
          </a:xfrm>
          <a:prstGeom prst="rect">
            <a:avLst/>
          </a:prstGeom>
          <a:noFill/>
        </p:spPr>
        <p:txBody>
          <a:bodyPr wrap="square"/>
          <a:lstStyle/>
          <a:p>
            <a:pPr algn="l"/>
            <a:r>
              <a:rPr sz="1000" b="1">
                <a:solidFill>
                  <a:srgbClr val="65AEF9"/>
                </a:solidFill>
                <a:latin typeface="HPE Graphik Semibold"/>
              </a:rPr>
              <a:t>FLAVORS (3)</a:t>
            </a:r>
          </a:p>
        </p:txBody>
      </p:sp>
      <p:sp>
        <p:nvSpPr>
          <p:cNvPr id="10" name="Rounded Rectangle 9"/>
          <p:cNvSpPr/>
          <p:nvPr/>
        </p:nvSpPr>
        <p:spPr>
          <a:xfrm>
            <a:off x="54864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520440"/>
            <a:ext cx="3118104" cy="228600"/>
          </a:xfrm>
          <a:prstGeom prst="rect">
            <a:avLst/>
          </a:prstGeom>
          <a:noFill/>
        </p:spPr>
        <p:txBody>
          <a:bodyPr wrap="square"/>
          <a:lstStyle/>
          <a:p>
            <a:pPr algn="l"/>
            <a:r>
              <a:rPr sz="1000" b="1">
                <a:solidFill>
                  <a:srgbClr val="65AEF9"/>
                </a:solidFill>
                <a:latin typeface="HPE Graphik Semibold"/>
              </a:rPr>
              <a:t>Delegators</a:t>
            </a:r>
          </a:p>
        </p:txBody>
      </p:sp>
      <p:sp>
        <p:nvSpPr>
          <p:cNvPr id="13" name="TextBox 12"/>
          <p:cNvSpPr txBox="1"/>
          <p:nvPr/>
        </p:nvSpPr>
        <p:spPr>
          <a:xfrm>
            <a:off x="658368" y="3749039"/>
            <a:ext cx="3118104" cy="457200"/>
          </a:xfrm>
          <a:prstGeom prst="rect">
            <a:avLst/>
          </a:prstGeom>
          <a:noFill/>
        </p:spPr>
        <p:txBody>
          <a:bodyPr wrap="square"/>
          <a:lstStyle/>
          <a:p>
            <a:pPr algn="l"/>
            <a:r>
              <a:rPr sz="800" b="0">
                <a:solidFill>
                  <a:srgbClr val="B1B9BE"/>
                </a:solidFill>
                <a:latin typeface="HPE Graphik"/>
              </a:rPr>
              <a:t>Increase scalability by getting others to do some of the key activities (for free) that you have previously performed internally yourself.</a:t>
            </a:r>
          </a:p>
        </p:txBody>
      </p:sp>
      <p:sp>
        <p:nvSpPr>
          <p:cNvPr id="14" name="TextBox 13"/>
          <p:cNvSpPr txBox="1"/>
          <p:nvPr/>
        </p:nvSpPr>
        <p:spPr>
          <a:xfrm>
            <a:off x="658368" y="4389120"/>
            <a:ext cx="3118104" cy="228600"/>
          </a:xfrm>
          <a:prstGeom prst="rect">
            <a:avLst/>
          </a:prstGeom>
          <a:noFill/>
        </p:spPr>
        <p:txBody>
          <a:bodyPr wrap="square"/>
          <a:lstStyle/>
          <a:p>
            <a:pPr algn="l"/>
            <a:r>
              <a:rPr sz="700" b="0">
                <a:solidFill>
                  <a:srgbClr val="535C66"/>
                </a:solidFill>
                <a:latin typeface="HPE Graphik"/>
              </a:rPr>
              <a:t>e.g. IKEA, Facebook, Red Hat</a:t>
            </a:r>
          </a:p>
        </p:txBody>
      </p:sp>
      <p:sp>
        <p:nvSpPr>
          <p:cNvPr id="15" name="Rounded Rectangle 14"/>
          <p:cNvSpPr/>
          <p:nvPr/>
        </p:nvSpPr>
        <p:spPr>
          <a:xfrm>
            <a:off x="402336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02336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33088" y="3520440"/>
            <a:ext cx="3118104" cy="228600"/>
          </a:xfrm>
          <a:prstGeom prst="rect">
            <a:avLst/>
          </a:prstGeom>
          <a:noFill/>
        </p:spPr>
        <p:txBody>
          <a:bodyPr wrap="square"/>
          <a:lstStyle/>
          <a:p>
            <a:pPr algn="l"/>
            <a:r>
              <a:rPr sz="1000" b="1">
                <a:solidFill>
                  <a:srgbClr val="65AEF9"/>
                </a:solidFill>
                <a:latin typeface="HPE Graphik Semibold"/>
              </a:rPr>
              <a:t>Licensors</a:t>
            </a:r>
          </a:p>
        </p:txBody>
      </p:sp>
      <p:sp>
        <p:nvSpPr>
          <p:cNvPr id="18" name="TextBox 17"/>
          <p:cNvSpPr txBox="1"/>
          <p:nvPr/>
        </p:nvSpPr>
        <p:spPr>
          <a:xfrm>
            <a:off x="4133088" y="3749039"/>
            <a:ext cx="3118104" cy="457200"/>
          </a:xfrm>
          <a:prstGeom prst="rect">
            <a:avLst/>
          </a:prstGeom>
          <a:noFill/>
        </p:spPr>
        <p:txBody>
          <a:bodyPr wrap="square"/>
          <a:lstStyle/>
          <a:p>
            <a:pPr algn="l"/>
            <a:r>
              <a:rPr sz="800" b="0">
                <a:solidFill>
                  <a:srgbClr val="B1B9BE"/>
                </a:solidFill>
                <a:latin typeface="HPE Graphik"/>
              </a:rPr>
              <a:t>Increase scalability by getting licensees to perform the bulk of value-creating activities like product manufacturing and commercialization.</a:t>
            </a:r>
          </a:p>
        </p:txBody>
      </p:sp>
      <p:sp>
        <p:nvSpPr>
          <p:cNvPr id="19" name="TextBox 18"/>
          <p:cNvSpPr txBox="1"/>
          <p:nvPr/>
        </p:nvSpPr>
        <p:spPr>
          <a:xfrm>
            <a:off x="4133088" y="4389120"/>
            <a:ext cx="3118104" cy="228600"/>
          </a:xfrm>
          <a:prstGeom prst="rect">
            <a:avLst/>
          </a:prstGeom>
          <a:noFill/>
        </p:spPr>
        <p:txBody>
          <a:bodyPr wrap="square"/>
          <a:lstStyle/>
          <a:p>
            <a:pPr algn="l"/>
            <a:r>
              <a:rPr sz="700" b="0">
                <a:solidFill>
                  <a:srgbClr val="535C66"/>
                </a:solidFill>
                <a:latin typeface="HPE Graphik"/>
              </a:rPr>
              <a:t>e.g. ARM, Disney</a:t>
            </a:r>
          </a:p>
        </p:txBody>
      </p:sp>
      <p:sp>
        <p:nvSpPr>
          <p:cNvPr id="20" name="Rounded Rectangle 19"/>
          <p:cNvSpPr/>
          <p:nvPr/>
        </p:nvSpPr>
        <p:spPr>
          <a:xfrm>
            <a:off x="749808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49808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07808" y="3520440"/>
            <a:ext cx="3118104" cy="228600"/>
          </a:xfrm>
          <a:prstGeom prst="rect">
            <a:avLst/>
          </a:prstGeom>
          <a:noFill/>
        </p:spPr>
        <p:txBody>
          <a:bodyPr wrap="square"/>
          <a:lstStyle/>
          <a:p>
            <a:pPr algn="l"/>
            <a:r>
              <a:rPr sz="1000" b="1">
                <a:solidFill>
                  <a:srgbClr val="65AEF9"/>
                </a:solidFill>
                <a:latin typeface="HPE Graphik Semibold"/>
              </a:rPr>
              <a:t>Franchisors</a:t>
            </a:r>
          </a:p>
        </p:txBody>
      </p:sp>
      <p:sp>
        <p:nvSpPr>
          <p:cNvPr id="23" name="TextBox 22"/>
          <p:cNvSpPr txBox="1"/>
          <p:nvPr/>
        </p:nvSpPr>
        <p:spPr>
          <a:xfrm>
            <a:off x="7607808" y="3749039"/>
            <a:ext cx="3118104" cy="457200"/>
          </a:xfrm>
          <a:prstGeom prst="rect">
            <a:avLst/>
          </a:prstGeom>
          <a:noFill/>
        </p:spPr>
        <p:txBody>
          <a:bodyPr wrap="square"/>
          <a:lstStyle/>
          <a:p>
            <a:pPr algn="l"/>
            <a:r>
              <a:rPr sz="800" b="0">
                <a:solidFill>
                  <a:srgbClr val="B1B9BE"/>
                </a:solidFill>
                <a:latin typeface="HPE Graphik"/>
              </a:rPr>
              <a:t>Create scalability by licensing your business concept, trademarks, products, and services to franchisees who run franchise locations.</a:t>
            </a:r>
          </a:p>
        </p:txBody>
      </p:sp>
      <p:sp>
        <p:nvSpPr>
          <p:cNvPr id="24" name="TextBox 23"/>
          <p:cNvSpPr txBox="1"/>
          <p:nvPr/>
        </p:nvSpPr>
        <p:spPr>
          <a:xfrm>
            <a:off x="7607808" y="4389120"/>
            <a:ext cx="3118104" cy="228600"/>
          </a:xfrm>
          <a:prstGeom prst="rect">
            <a:avLst/>
          </a:prstGeom>
          <a:noFill/>
        </p:spPr>
        <p:txBody>
          <a:bodyPr wrap="square"/>
          <a:lstStyle/>
          <a:p>
            <a:pPr algn="l"/>
            <a:r>
              <a:rPr sz="700" b="0">
                <a:solidFill>
                  <a:srgbClr val="535C66"/>
                </a:solidFill>
                <a:latin typeface="HPE Graphik"/>
              </a:rPr>
              <a:t>e.g. McDonald's, Ritz Carlton</a:t>
            </a:r>
          </a:p>
        </p:txBody>
      </p:sp>
      <p:sp>
        <p:nvSpPr>
          <p:cNvPr id="25" name="TextBox 24"/>
          <p:cNvSpPr txBox="1"/>
          <p:nvPr/>
        </p:nvSpPr>
        <p:spPr>
          <a:xfrm>
            <a:off x="457200" y="6309360"/>
            <a:ext cx="11247120" cy="274320"/>
          </a:xfrm>
          <a:prstGeom prst="rect">
            <a:avLst/>
          </a:prstGeom>
          <a:noFill/>
        </p:spPr>
        <p:txBody>
          <a:bodyPr wrap="square"/>
          <a:lstStyle/>
          <a:p>
            <a:pPr algn="ctr"/>
            <a:r>
              <a:rPr sz="800" b="0">
                <a:solidFill>
                  <a:srgbClr val="535C66"/>
                </a:solidFill>
                <a:latin typeface="HPE Graphik"/>
              </a:rPr>
              <a:t>INVENT  ·  Backstage Disruption  ·  Scalers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9B84FC"/>
                </a:solidFill>
                <a:latin typeface="HPE Graphik Semibold"/>
              </a:rPr>
              <a:t>PROFIT FORMULA DISRUPTION</a:t>
            </a:r>
          </a:p>
        </p:txBody>
      </p:sp>
      <p:sp>
        <p:nvSpPr>
          <p:cNvPr id="3" name="TextBox 2"/>
          <p:cNvSpPr txBox="1"/>
          <p:nvPr/>
        </p:nvSpPr>
        <p:spPr>
          <a:xfrm>
            <a:off x="548640" y="502920"/>
            <a:ext cx="7315200" cy="457200"/>
          </a:xfrm>
          <a:prstGeom prst="rect">
            <a:avLst/>
          </a:prstGeom>
          <a:noFill/>
        </p:spPr>
        <p:txBody>
          <a:bodyPr wrap="square"/>
          <a:lstStyle/>
          <a:p>
            <a:pPr algn="l"/>
            <a:r>
              <a:rPr sz="2800" b="1">
                <a:solidFill>
                  <a:srgbClr val="FFFFFF"/>
                </a:solidFill>
                <a:latin typeface="HPE Graphik Semibold"/>
              </a:rPr>
              <a:t>Revenue Differentiators</a:t>
            </a:r>
          </a:p>
        </p:txBody>
      </p:sp>
      <p:sp>
        <p:nvSpPr>
          <p:cNvPr id="4" name="TextBox 3"/>
          <p:cNvSpPr txBox="1"/>
          <p:nvPr/>
        </p:nvSpPr>
        <p:spPr>
          <a:xfrm>
            <a:off x="548640" y="1005840"/>
            <a:ext cx="4572000" cy="228600"/>
          </a:xfrm>
          <a:prstGeom prst="rect">
            <a:avLst/>
          </a:prstGeom>
          <a:noFill/>
        </p:spPr>
        <p:txBody>
          <a:bodyPr wrap="square"/>
          <a:lstStyle/>
          <a:p>
            <a:pPr algn="l"/>
            <a:r>
              <a:rPr sz="1200" b="1">
                <a:solidFill>
                  <a:srgbClr val="9B84FC"/>
                </a:solidFill>
                <a:latin typeface="HPE Graphik"/>
              </a:rPr>
              <a:t>↑ Boost Revenues</a:t>
            </a:r>
          </a:p>
        </p:txBody>
      </p:sp>
      <p:sp>
        <p:nvSpPr>
          <p:cNvPr id="5" name="TextBox 4"/>
          <p:cNvSpPr txBox="1"/>
          <p:nvPr/>
        </p:nvSpPr>
        <p:spPr>
          <a:xfrm>
            <a:off x="548640" y="1417320"/>
            <a:ext cx="6400800" cy="731520"/>
          </a:xfrm>
          <a:prstGeom prst="rect">
            <a:avLst/>
          </a:prstGeom>
          <a:noFill/>
        </p:spPr>
        <p:txBody>
          <a:bodyPr wrap="square"/>
          <a:lstStyle/>
          <a:p>
            <a:pPr algn="l"/>
            <a:r>
              <a:rPr sz="1200" b="0">
                <a:solidFill>
                  <a:srgbClr val="B1B9BE"/>
                </a:solidFill>
                <a:latin typeface="HPE Graphik"/>
              </a:rPr>
              <a:t>Find innovative ways to capture value, unlock previously unprofitable markets, and/or substantially increase revenues.</a:t>
            </a:r>
          </a:p>
        </p:txBody>
      </p:sp>
      <p:sp>
        <p:nvSpPr>
          <p:cNvPr id="6" name="Rounded Rectangle 5"/>
          <p:cNvSpPr/>
          <p:nvPr/>
        </p:nvSpPr>
        <p:spPr>
          <a:xfrm>
            <a:off x="548640" y="2286000"/>
            <a:ext cx="6400800" cy="64008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240280"/>
            <a:ext cx="642068" cy="182880"/>
          </a:xfrm>
          <a:prstGeom prst="rect">
            <a:avLst/>
          </a:prstGeom>
          <a:noFill/>
        </p:spPr>
        <p:txBody>
          <a:bodyPr wrap="square"/>
          <a:lstStyle/>
          <a:p>
            <a:pPr algn="l"/>
            <a:r>
              <a:rPr sz="700" b="1" dirty="0">
                <a:solidFill>
                  <a:srgbClr val="00E0AF"/>
                </a:solidFill>
                <a:latin typeface="HPE Graphik"/>
              </a:rPr>
              <a:t>TRIGGER</a:t>
            </a:r>
          </a:p>
        </p:txBody>
      </p:sp>
      <p:sp>
        <p:nvSpPr>
          <p:cNvPr id="8" name="TextBox 7"/>
          <p:cNvSpPr txBox="1"/>
          <p:nvPr/>
        </p:nvSpPr>
        <p:spPr>
          <a:xfrm>
            <a:off x="731520" y="2423160"/>
            <a:ext cx="6035040" cy="457200"/>
          </a:xfrm>
          <a:prstGeom prst="rect">
            <a:avLst/>
          </a:prstGeom>
          <a:noFill/>
        </p:spPr>
        <p:txBody>
          <a:bodyPr wrap="square"/>
          <a:lstStyle/>
          <a:p>
            <a:pPr algn="l"/>
            <a:r>
              <a:rPr sz="1100" b="0">
                <a:solidFill>
                  <a:srgbClr val="62E5F6"/>
                </a:solidFill>
                <a:latin typeface="HPE Graphik"/>
              </a:rPr>
              <a:t>Which new revenue streams or pricing mechanisms could we introduce to capture more value from our customers or unlock unprofitable markets?</a:t>
            </a:r>
          </a:p>
        </p:txBody>
      </p:sp>
      <p:sp>
        <p:nvSpPr>
          <p:cNvPr id="9" name="TextBox 8"/>
          <p:cNvSpPr txBox="1"/>
          <p:nvPr/>
        </p:nvSpPr>
        <p:spPr>
          <a:xfrm>
            <a:off x="548640" y="3108960"/>
            <a:ext cx="2743200" cy="228600"/>
          </a:xfrm>
          <a:prstGeom prst="rect">
            <a:avLst/>
          </a:prstGeom>
          <a:noFill/>
        </p:spPr>
        <p:txBody>
          <a:bodyPr wrap="square"/>
          <a:lstStyle/>
          <a:p>
            <a:pPr algn="l"/>
            <a:r>
              <a:rPr sz="1000" b="1">
                <a:solidFill>
                  <a:srgbClr val="65AEF9"/>
                </a:solidFill>
                <a:latin typeface="HPE Graphik Semibold"/>
              </a:rPr>
              <a:t>FLAVORS (4)</a:t>
            </a:r>
          </a:p>
        </p:txBody>
      </p:sp>
      <p:sp>
        <p:nvSpPr>
          <p:cNvPr id="10" name="Rounded Rectangle 9"/>
          <p:cNvSpPr/>
          <p:nvPr/>
        </p:nvSpPr>
        <p:spPr>
          <a:xfrm>
            <a:off x="54864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520440"/>
            <a:ext cx="3118104" cy="228600"/>
          </a:xfrm>
          <a:prstGeom prst="rect">
            <a:avLst/>
          </a:prstGeom>
          <a:noFill/>
        </p:spPr>
        <p:txBody>
          <a:bodyPr wrap="square"/>
          <a:lstStyle/>
          <a:p>
            <a:pPr algn="l"/>
            <a:r>
              <a:rPr sz="1000" b="1">
                <a:solidFill>
                  <a:srgbClr val="65AEF9"/>
                </a:solidFill>
                <a:latin typeface="HPE Graphik Semibold"/>
              </a:rPr>
              <a:t>Recurring Revenue</a:t>
            </a:r>
          </a:p>
        </p:txBody>
      </p:sp>
      <p:sp>
        <p:nvSpPr>
          <p:cNvPr id="13" name="TextBox 12"/>
          <p:cNvSpPr txBox="1"/>
          <p:nvPr/>
        </p:nvSpPr>
        <p:spPr>
          <a:xfrm>
            <a:off x="658368" y="3749039"/>
            <a:ext cx="3118104" cy="457200"/>
          </a:xfrm>
          <a:prstGeom prst="rect">
            <a:avLst/>
          </a:prstGeom>
          <a:noFill/>
        </p:spPr>
        <p:txBody>
          <a:bodyPr wrap="square"/>
          <a:lstStyle/>
          <a:p>
            <a:pPr algn="l"/>
            <a:r>
              <a:rPr sz="800" b="0">
                <a:solidFill>
                  <a:srgbClr val="B1B9BE"/>
                </a:solidFill>
                <a:latin typeface="HPE Graphik"/>
              </a:rPr>
              <a:t>Generate recurring revenues from one-time sales. Advantages include compound revenue growth, lower cost of sales, and predictability.</a:t>
            </a:r>
          </a:p>
        </p:txBody>
      </p:sp>
      <p:sp>
        <p:nvSpPr>
          <p:cNvPr id="14" name="Rounded Rectangle 13"/>
          <p:cNvSpPr/>
          <p:nvPr/>
        </p:nvSpPr>
        <p:spPr>
          <a:xfrm>
            <a:off x="402336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2336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33088" y="3520440"/>
            <a:ext cx="3118104" cy="228600"/>
          </a:xfrm>
          <a:prstGeom prst="rect">
            <a:avLst/>
          </a:prstGeom>
          <a:noFill/>
        </p:spPr>
        <p:txBody>
          <a:bodyPr wrap="square"/>
          <a:lstStyle/>
          <a:p>
            <a:pPr algn="l"/>
            <a:r>
              <a:rPr sz="1000" b="1">
                <a:solidFill>
                  <a:srgbClr val="65AEF9"/>
                </a:solidFill>
                <a:latin typeface="HPE Graphik Semibold"/>
              </a:rPr>
              <a:t>Bait &amp; Hook</a:t>
            </a:r>
          </a:p>
        </p:txBody>
      </p:sp>
      <p:sp>
        <p:nvSpPr>
          <p:cNvPr id="17" name="TextBox 16"/>
          <p:cNvSpPr txBox="1"/>
          <p:nvPr/>
        </p:nvSpPr>
        <p:spPr>
          <a:xfrm>
            <a:off x="4133088" y="3749039"/>
            <a:ext cx="3118104" cy="457200"/>
          </a:xfrm>
          <a:prstGeom prst="rect">
            <a:avLst/>
          </a:prstGeom>
          <a:noFill/>
        </p:spPr>
        <p:txBody>
          <a:bodyPr wrap="square"/>
          <a:lstStyle/>
          <a:p>
            <a:pPr algn="l"/>
            <a:r>
              <a:rPr sz="800" b="0">
                <a:solidFill>
                  <a:srgbClr val="B1B9BE"/>
                </a:solidFill>
                <a:latin typeface="HPE Graphik"/>
              </a:rPr>
              <a:t>Lock customers in with a base product (the bait) in order to generate recurring revenues from a consumable (the hook) that customers need recurrently.</a:t>
            </a:r>
          </a:p>
        </p:txBody>
      </p:sp>
      <p:sp>
        <p:nvSpPr>
          <p:cNvPr id="18" name="Rounded Rectangle 17"/>
          <p:cNvSpPr/>
          <p:nvPr/>
        </p:nvSpPr>
        <p:spPr>
          <a:xfrm>
            <a:off x="749808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9808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07808" y="3520440"/>
            <a:ext cx="3118104" cy="228600"/>
          </a:xfrm>
          <a:prstGeom prst="rect">
            <a:avLst/>
          </a:prstGeom>
          <a:noFill/>
        </p:spPr>
        <p:txBody>
          <a:bodyPr wrap="square"/>
          <a:lstStyle/>
          <a:p>
            <a:pPr algn="l"/>
            <a:r>
              <a:rPr sz="1000" b="1">
                <a:solidFill>
                  <a:srgbClr val="65AEF9"/>
                </a:solidFill>
                <a:latin typeface="HPE Graphik Semibold"/>
              </a:rPr>
              <a:t>Freemium Providers</a:t>
            </a:r>
          </a:p>
        </p:txBody>
      </p:sp>
      <p:sp>
        <p:nvSpPr>
          <p:cNvPr id="21" name="TextBox 20"/>
          <p:cNvSpPr txBox="1"/>
          <p:nvPr/>
        </p:nvSpPr>
        <p:spPr>
          <a:xfrm>
            <a:off x="7607808" y="3749039"/>
            <a:ext cx="3118104" cy="457200"/>
          </a:xfrm>
          <a:prstGeom prst="rect">
            <a:avLst/>
          </a:prstGeom>
          <a:noFill/>
        </p:spPr>
        <p:txBody>
          <a:bodyPr wrap="square"/>
          <a:lstStyle/>
          <a:p>
            <a:pPr algn="l"/>
            <a:r>
              <a:rPr sz="800" b="0">
                <a:solidFill>
                  <a:srgbClr val="B1B9BE"/>
                </a:solidFill>
                <a:latin typeface="HPE Graphik"/>
              </a:rPr>
              <a:t>Offer basic products and services free of charge and premium services and advanced product features for a fee.</a:t>
            </a:r>
          </a:p>
        </p:txBody>
      </p:sp>
      <p:sp>
        <p:nvSpPr>
          <p:cNvPr id="22" name="Rounded Rectangle 21"/>
          <p:cNvSpPr/>
          <p:nvPr/>
        </p:nvSpPr>
        <p:spPr>
          <a:xfrm>
            <a:off x="548640" y="489204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489204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 y="4983479"/>
            <a:ext cx="3118104" cy="228600"/>
          </a:xfrm>
          <a:prstGeom prst="rect">
            <a:avLst/>
          </a:prstGeom>
          <a:noFill/>
        </p:spPr>
        <p:txBody>
          <a:bodyPr wrap="square"/>
          <a:lstStyle/>
          <a:p>
            <a:pPr algn="l"/>
            <a:r>
              <a:rPr sz="1000" b="1">
                <a:solidFill>
                  <a:srgbClr val="65AEF9"/>
                </a:solidFill>
                <a:latin typeface="HPE Graphik Semibold"/>
              </a:rPr>
              <a:t>Subsidizers</a:t>
            </a:r>
          </a:p>
        </p:txBody>
      </p:sp>
      <p:sp>
        <p:nvSpPr>
          <p:cNvPr id="25" name="TextBox 24"/>
          <p:cNvSpPr txBox="1"/>
          <p:nvPr/>
        </p:nvSpPr>
        <p:spPr>
          <a:xfrm>
            <a:off x="658368" y="5212079"/>
            <a:ext cx="3118104" cy="457200"/>
          </a:xfrm>
          <a:prstGeom prst="rect">
            <a:avLst/>
          </a:prstGeom>
          <a:noFill/>
        </p:spPr>
        <p:txBody>
          <a:bodyPr wrap="square"/>
          <a:lstStyle/>
          <a:p>
            <a:pPr algn="l"/>
            <a:r>
              <a:rPr sz="800" b="0">
                <a:solidFill>
                  <a:srgbClr val="B1B9BE"/>
                </a:solidFill>
                <a:latin typeface="HPE Graphik"/>
              </a:rPr>
              <a:t>Offer the full value proposition for free or cheaply by subsidizing it through a strong alternative revenue stream.</a:t>
            </a:r>
          </a:p>
        </p:txBody>
      </p:sp>
      <p:sp>
        <p:nvSpPr>
          <p:cNvPr id="26" name="TextBox 25"/>
          <p:cNvSpPr txBox="1"/>
          <p:nvPr/>
        </p:nvSpPr>
        <p:spPr>
          <a:xfrm>
            <a:off x="457200" y="6309360"/>
            <a:ext cx="11247120" cy="274320"/>
          </a:xfrm>
          <a:prstGeom prst="rect">
            <a:avLst/>
          </a:prstGeom>
          <a:noFill/>
        </p:spPr>
        <p:txBody>
          <a:bodyPr wrap="square"/>
          <a:lstStyle/>
          <a:p>
            <a:pPr algn="ctr"/>
            <a:r>
              <a:rPr sz="800" b="0">
                <a:solidFill>
                  <a:srgbClr val="535C66"/>
                </a:solidFill>
                <a:latin typeface="HPE Graphik"/>
              </a:rPr>
              <a:t>INVENT  ·  Profit Formula Disruption  ·  Revenue Differentiators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9B84FC"/>
                </a:solidFill>
                <a:latin typeface="HPE Graphik Semibold"/>
              </a:rPr>
              <a:t>PROFIT FORMULA DISRUPTION</a:t>
            </a:r>
          </a:p>
        </p:txBody>
      </p:sp>
      <p:sp>
        <p:nvSpPr>
          <p:cNvPr id="3" name="TextBox 2"/>
          <p:cNvSpPr txBox="1"/>
          <p:nvPr/>
        </p:nvSpPr>
        <p:spPr>
          <a:xfrm>
            <a:off x="548640" y="502920"/>
            <a:ext cx="7315200" cy="457200"/>
          </a:xfrm>
          <a:prstGeom prst="rect">
            <a:avLst/>
          </a:prstGeom>
          <a:noFill/>
        </p:spPr>
        <p:txBody>
          <a:bodyPr wrap="square"/>
          <a:lstStyle/>
          <a:p>
            <a:pPr algn="l"/>
            <a:r>
              <a:rPr sz="2800" b="1">
                <a:solidFill>
                  <a:srgbClr val="FFFFFF"/>
                </a:solidFill>
                <a:latin typeface="HPE Graphik Semibold"/>
              </a:rPr>
              <a:t>Cost Differentiators</a:t>
            </a:r>
          </a:p>
        </p:txBody>
      </p:sp>
      <p:sp>
        <p:nvSpPr>
          <p:cNvPr id="4" name="TextBox 3"/>
          <p:cNvSpPr txBox="1"/>
          <p:nvPr/>
        </p:nvSpPr>
        <p:spPr>
          <a:xfrm>
            <a:off x="548640" y="1005840"/>
            <a:ext cx="4572000" cy="228600"/>
          </a:xfrm>
          <a:prstGeom prst="rect">
            <a:avLst/>
          </a:prstGeom>
          <a:noFill/>
        </p:spPr>
        <p:txBody>
          <a:bodyPr wrap="square"/>
          <a:lstStyle/>
          <a:p>
            <a:pPr algn="l"/>
            <a:r>
              <a:rPr sz="1200" b="1">
                <a:solidFill>
                  <a:srgbClr val="9B84FC"/>
                </a:solidFill>
                <a:latin typeface="HPE Graphik"/>
              </a:rPr>
              <a:t>↑ Kill Costs</a:t>
            </a:r>
          </a:p>
        </p:txBody>
      </p:sp>
      <p:sp>
        <p:nvSpPr>
          <p:cNvPr id="5" name="TextBox 4"/>
          <p:cNvSpPr txBox="1"/>
          <p:nvPr/>
        </p:nvSpPr>
        <p:spPr>
          <a:xfrm>
            <a:off x="548640" y="1417320"/>
            <a:ext cx="6400800" cy="731520"/>
          </a:xfrm>
          <a:prstGeom prst="rect">
            <a:avLst/>
          </a:prstGeom>
          <a:noFill/>
        </p:spPr>
        <p:txBody>
          <a:bodyPr wrap="square"/>
          <a:lstStyle/>
          <a:p>
            <a:pPr algn="l"/>
            <a:r>
              <a:rPr sz="1200" b="0">
                <a:solidFill>
                  <a:srgbClr val="B1B9BE"/>
                </a:solidFill>
                <a:latin typeface="HPE Graphik"/>
              </a:rPr>
              <a:t>Build a business model with a game-changing cost structure, not just by streamlining activities and resources, but by doing things in disruptive new ways.</a:t>
            </a:r>
          </a:p>
        </p:txBody>
      </p:sp>
      <p:sp>
        <p:nvSpPr>
          <p:cNvPr id="6" name="Rounded Rectangle 5"/>
          <p:cNvSpPr/>
          <p:nvPr/>
        </p:nvSpPr>
        <p:spPr>
          <a:xfrm>
            <a:off x="548640" y="2286000"/>
            <a:ext cx="6400800" cy="64008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240280"/>
            <a:ext cx="612250" cy="182880"/>
          </a:xfrm>
          <a:prstGeom prst="rect">
            <a:avLst/>
          </a:prstGeom>
          <a:noFill/>
        </p:spPr>
        <p:txBody>
          <a:bodyPr wrap="square"/>
          <a:lstStyle/>
          <a:p>
            <a:pPr algn="l"/>
            <a:r>
              <a:rPr sz="700" b="1" dirty="0">
                <a:solidFill>
                  <a:srgbClr val="00E0AF"/>
                </a:solidFill>
                <a:latin typeface="HPE Graphik"/>
              </a:rPr>
              <a:t>TRIGGER</a:t>
            </a:r>
          </a:p>
        </p:txBody>
      </p:sp>
      <p:sp>
        <p:nvSpPr>
          <p:cNvPr id="8" name="TextBox 7"/>
          <p:cNvSpPr txBox="1"/>
          <p:nvPr/>
        </p:nvSpPr>
        <p:spPr>
          <a:xfrm>
            <a:off x="731520" y="2423160"/>
            <a:ext cx="6035040" cy="457200"/>
          </a:xfrm>
          <a:prstGeom prst="rect">
            <a:avLst/>
          </a:prstGeom>
          <a:noFill/>
        </p:spPr>
        <p:txBody>
          <a:bodyPr wrap="square"/>
          <a:lstStyle/>
          <a:p>
            <a:pPr algn="l"/>
            <a:r>
              <a:rPr sz="1100" b="0">
                <a:solidFill>
                  <a:srgbClr val="62E5F6"/>
                </a:solidFill>
                <a:latin typeface="HPE Graphik"/>
              </a:rPr>
              <a:t>Could we change our cost structure significantly by creating and delivering value with different and differently configured resources and activities?</a:t>
            </a:r>
          </a:p>
        </p:txBody>
      </p:sp>
      <p:sp>
        <p:nvSpPr>
          <p:cNvPr id="9" name="TextBox 8"/>
          <p:cNvSpPr txBox="1"/>
          <p:nvPr/>
        </p:nvSpPr>
        <p:spPr>
          <a:xfrm>
            <a:off x="548640" y="3108960"/>
            <a:ext cx="2743200" cy="228600"/>
          </a:xfrm>
          <a:prstGeom prst="rect">
            <a:avLst/>
          </a:prstGeom>
          <a:noFill/>
        </p:spPr>
        <p:txBody>
          <a:bodyPr wrap="square"/>
          <a:lstStyle/>
          <a:p>
            <a:pPr algn="l"/>
            <a:r>
              <a:rPr sz="1000" b="1">
                <a:solidFill>
                  <a:srgbClr val="65AEF9"/>
                </a:solidFill>
                <a:latin typeface="HPE Graphik Semibold"/>
              </a:rPr>
              <a:t>FLAVORS (3)</a:t>
            </a:r>
          </a:p>
        </p:txBody>
      </p:sp>
      <p:sp>
        <p:nvSpPr>
          <p:cNvPr id="10" name="Rounded Rectangle 9"/>
          <p:cNvSpPr/>
          <p:nvPr/>
        </p:nvSpPr>
        <p:spPr>
          <a:xfrm>
            <a:off x="54864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520440"/>
            <a:ext cx="3118104" cy="228600"/>
          </a:xfrm>
          <a:prstGeom prst="rect">
            <a:avLst/>
          </a:prstGeom>
          <a:noFill/>
        </p:spPr>
        <p:txBody>
          <a:bodyPr wrap="square"/>
          <a:lstStyle/>
          <a:p>
            <a:pPr algn="l"/>
            <a:r>
              <a:rPr sz="1000" b="1">
                <a:solidFill>
                  <a:srgbClr val="65AEF9"/>
                </a:solidFill>
                <a:latin typeface="HPE Graphik Semibold"/>
              </a:rPr>
              <a:t>Resource Dodgers</a:t>
            </a:r>
          </a:p>
        </p:txBody>
      </p:sp>
      <p:sp>
        <p:nvSpPr>
          <p:cNvPr id="13" name="TextBox 12"/>
          <p:cNvSpPr txBox="1"/>
          <p:nvPr/>
        </p:nvSpPr>
        <p:spPr>
          <a:xfrm>
            <a:off x="658368" y="3749039"/>
            <a:ext cx="3118104" cy="457200"/>
          </a:xfrm>
          <a:prstGeom prst="rect">
            <a:avLst/>
          </a:prstGeom>
          <a:noFill/>
        </p:spPr>
        <p:txBody>
          <a:bodyPr wrap="square"/>
          <a:lstStyle/>
          <a:p>
            <a:pPr algn="l"/>
            <a:r>
              <a:rPr sz="800" b="0">
                <a:solidFill>
                  <a:srgbClr val="B1B9BE"/>
                </a:solidFill>
                <a:latin typeface="HPE Graphik"/>
              </a:rPr>
              <a:t>Eliminate the most costly and capital-intensive resources from your business model to create a game-changing cost structure.</a:t>
            </a:r>
          </a:p>
        </p:txBody>
      </p:sp>
      <p:sp>
        <p:nvSpPr>
          <p:cNvPr id="14" name="TextBox 13"/>
          <p:cNvSpPr txBox="1"/>
          <p:nvPr/>
        </p:nvSpPr>
        <p:spPr>
          <a:xfrm>
            <a:off x="658368" y="4389120"/>
            <a:ext cx="3118104" cy="228600"/>
          </a:xfrm>
          <a:prstGeom prst="rect">
            <a:avLst/>
          </a:prstGeom>
          <a:noFill/>
        </p:spPr>
        <p:txBody>
          <a:bodyPr wrap="square"/>
          <a:lstStyle/>
          <a:p>
            <a:pPr algn="l"/>
            <a:r>
              <a:rPr sz="700" b="0">
                <a:solidFill>
                  <a:srgbClr val="535C66"/>
                </a:solidFill>
                <a:latin typeface="HPE Graphik"/>
              </a:rPr>
              <a:t>e.g. Airbnb, Uber, Bharti Airtel</a:t>
            </a:r>
          </a:p>
        </p:txBody>
      </p:sp>
      <p:sp>
        <p:nvSpPr>
          <p:cNvPr id="15" name="Rounded Rectangle 14"/>
          <p:cNvSpPr/>
          <p:nvPr/>
        </p:nvSpPr>
        <p:spPr>
          <a:xfrm>
            <a:off x="402336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02336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33088" y="3520440"/>
            <a:ext cx="3118104" cy="228600"/>
          </a:xfrm>
          <a:prstGeom prst="rect">
            <a:avLst/>
          </a:prstGeom>
          <a:noFill/>
        </p:spPr>
        <p:txBody>
          <a:bodyPr wrap="square"/>
          <a:lstStyle/>
          <a:p>
            <a:pPr algn="l"/>
            <a:r>
              <a:rPr sz="1000" b="1">
                <a:solidFill>
                  <a:srgbClr val="65AEF9"/>
                </a:solidFill>
                <a:latin typeface="HPE Graphik Semibold"/>
              </a:rPr>
              <a:t>Technologists</a:t>
            </a:r>
          </a:p>
        </p:txBody>
      </p:sp>
      <p:sp>
        <p:nvSpPr>
          <p:cNvPr id="18" name="TextBox 17"/>
          <p:cNvSpPr txBox="1"/>
          <p:nvPr/>
        </p:nvSpPr>
        <p:spPr>
          <a:xfrm>
            <a:off x="4133088" y="3749039"/>
            <a:ext cx="3118104" cy="457200"/>
          </a:xfrm>
          <a:prstGeom prst="rect">
            <a:avLst/>
          </a:prstGeom>
          <a:noFill/>
        </p:spPr>
        <p:txBody>
          <a:bodyPr wrap="square"/>
          <a:lstStyle/>
          <a:p>
            <a:pPr algn="l"/>
            <a:r>
              <a:rPr sz="800" b="0">
                <a:solidFill>
                  <a:srgbClr val="B1B9BE"/>
                </a:solidFill>
                <a:latin typeface="HPE Graphik"/>
              </a:rPr>
              <a:t>Use technology in radically new ways to create a game-changing cost structure.</a:t>
            </a:r>
          </a:p>
        </p:txBody>
      </p:sp>
      <p:sp>
        <p:nvSpPr>
          <p:cNvPr id="19" name="TextBox 18"/>
          <p:cNvSpPr txBox="1"/>
          <p:nvPr/>
        </p:nvSpPr>
        <p:spPr>
          <a:xfrm>
            <a:off x="4133088" y="4389120"/>
            <a:ext cx="3118104" cy="228600"/>
          </a:xfrm>
          <a:prstGeom prst="rect">
            <a:avLst/>
          </a:prstGeom>
          <a:noFill/>
        </p:spPr>
        <p:txBody>
          <a:bodyPr wrap="square"/>
          <a:lstStyle/>
          <a:p>
            <a:pPr algn="l"/>
            <a:r>
              <a:rPr sz="700" b="0">
                <a:solidFill>
                  <a:srgbClr val="535C66"/>
                </a:solidFill>
                <a:latin typeface="HPE Graphik"/>
              </a:rPr>
              <a:t>e.g. WhatsApp, Skype</a:t>
            </a:r>
          </a:p>
        </p:txBody>
      </p:sp>
      <p:sp>
        <p:nvSpPr>
          <p:cNvPr id="20" name="Rounded Rectangle 19"/>
          <p:cNvSpPr/>
          <p:nvPr/>
        </p:nvSpPr>
        <p:spPr>
          <a:xfrm>
            <a:off x="7498080" y="3429000"/>
            <a:ext cx="333756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498080" y="3429000"/>
            <a:ext cx="33375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07808" y="3520440"/>
            <a:ext cx="3118104" cy="228600"/>
          </a:xfrm>
          <a:prstGeom prst="rect">
            <a:avLst/>
          </a:prstGeom>
          <a:noFill/>
        </p:spPr>
        <p:txBody>
          <a:bodyPr wrap="square"/>
          <a:lstStyle/>
          <a:p>
            <a:pPr algn="l"/>
            <a:r>
              <a:rPr sz="1000" b="1">
                <a:solidFill>
                  <a:srgbClr val="65AEF9"/>
                </a:solidFill>
                <a:latin typeface="HPE Graphik Semibold"/>
              </a:rPr>
              <a:t>Low Cost</a:t>
            </a:r>
          </a:p>
        </p:txBody>
      </p:sp>
      <p:sp>
        <p:nvSpPr>
          <p:cNvPr id="23" name="TextBox 22"/>
          <p:cNvSpPr txBox="1"/>
          <p:nvPr/>
        </p:nvSpPr>
        <p:spPr>
          <a:xfrm>
            <a:off x="7607808" y="3749039"/>
            <a:ext cx="3118104" cy="457200"/>
          </a:xfrm>
          <a:prstGeom prst="rect">
            <a:avLst/>
          </a:prstGeom>
          <a:noFill/>
        </p:spPr>
        <p:txBody>
          <a:bodyPr wrap="square"/>
          <a:lstStyle/>
          <a:p>
            <a:pPr algn="l"/>
            <a:r>
              <a:rPr sz="800" b="0">
                <a:solidFill>
                  <a:srgbClr val="B1B9BE"/>
                </a:solidFill>
                <a:latin typeface="HPE Graphik"/>
              </a:rPr>
              <a:t>Combine activities, resources, and partners in radically new ways to create a game-changing cost structure with disruptively low prices.</a:t>
            </a:r>
          </a:p>
        </p:txBody>
      </p:sp>
      <p:sp>
        <p:nvSpPr>
          <p:cNvPr id="24" name="TextBox 23"/>
          <p:cNvSpPr txBox="1"/>
          <p:nvPr/>
        </p:nvSpPr>
        <p:spPr>
          <a:xfrm>
            <a:off x="7607808" y="4389120"/>
            <a:ext cx="3118104" cy="228600"/>
          </a:xfrm>
          <a:prstGeom prst="rect">
            <a:avLst/>
          </a:prstGeom>
          <a:noFill/>
        </p:spPr>
        <p:txBody>
          <a:bodyPr wrap="square"/>
          <a:lstStyle/>
          <a:p>
            <a:pPr algn="l"/>
            <a:r>
              <a:rPr sz="700" b="0">
                <a:solidFill>
                  <a:srgbClr val="535C66"/>
                </a:solidFill>
                <a:latin typeface="HPE Graphik"/>
              </a:rPr>
              <a:t>e.g. easyJet, Ryanair, Trader Joe's</a:t>
            </a:r>
          </a:p>
        </p:txBody>
      </p:sp>
      <p:sp>
        <p:nvSpPr>
          <p:cNvPr id="25" name="TextBox 24"/>
          <p:cNvSpPr txBox="1"/>
          <p:nvPr/>
        </p:nvSpPr>
        <p:spPr>
          <a:xfrm>
            <a:off x="457200" y="6309360"/>
            <a:ext cx="11247120" cy="274320"/>
          </a:xfrm>
          <a:prstGeom prst="rect">
            <a:avLst/>
          </a:prstGeom>
          <a:noFill/>
        </p:spPr>
        <p:txBody>
          <a:bodyPr wrap="square"/>
          <a:lstStyle/>
          <a:p>
            <a:pPr algn="ctr"/>
            <a:r>
              <a:rPr sz="800" b="0">
                <a:solidFill>
                  <a:srgbClr val="535C66"/>
                </a:solidFill>
                <a:latin typeface="HPE Graphik"/>
              </a:rPr>
              <a:t>INVENT  ·  Profit Formula Disruption  ·  Cost Differentiators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9B84FC"/>
                </a:solidFill>
                <a:latin typeface="HPE Graphik Semibold"/>
              </a:rPr>
              <a:t>PROFIT FORMULA DISRUPTION</a:t>
            </a:r>
          </a:p>
        </p:txBody>
      </p:sp>
      <p:sp>
        <p:nvSpPr>
          <p:cNvPr id="3" name="TextBox 2"/>
          <p:cNvSpPr txBox="1"/>
          <p:nvPr/>
        </p:nvSpPr>
        <p:spPr>
          <a:xfrm>
            <a:off x="548640" y="502920"/>
            <a:ext cx="7315200" cy="457200"/>
          </a:xfrm>
          <a:prstGeom prst="rect">
            <a:avLst/>
          </a:prstGeom>
          <a:noFill/>
        </p:spPr>
        <p:txBody>
          <a:bodyPr wrap="square"/>
          <a:lstStyle/>
          <a:p>
            <a:pPr algn="l"/>
            <a:r>
              <a:rPr sz="2800" b="1">
                <a:solidFill>
                  <a:srgbClr val="FFFFFF"/>
                </a:solidFill>
                <a:latin typeface="HPE Graphik Semibold"/>
              </a:rPr>
              <a:t>Margin Masters</a:t>
            </a:r>
          </a:p>
        </p:txBody>
      </p:sp>
      <p:sp>
        <p:nvSpPr>
          <p:cNvPr id="4" name="TextBox 3"/>
          <p:cNvSpPr txBox="1"/>
          <p:nvPr/>
        </p:nvSpPr>
        <p:spPr>
          <a:xfrm>
            <a:off x="548640" y="1005840"/>
            <a:ext cx="4572000" cy="228600"/>
          </a:xfrm>
          <a:prstGeom prst="rect">
            <a:avLst/>
          </a:prstGeom>
          <a:noFill/>
        </p:spPr>
        <p:txBody>
          <a:bodyPr wrap="square"/>
          <a:lstStyle/>
          <a:p>
            <a:pPr algn="l"/>
            <a:r>
              <a:rPr sz="1200" b="1">
                <a:solidFill>
                  <a:srgbClr val="9B84FC"/>
                </a:solidFill>
                <a:latin typeface="HPE Graphik"/>
              </a:rPr>
              <a:t>↑ Boost Margins</a:t>
            </a:r>
          </a:p>
        </p:txBody>
      </p:sp>
      <p:sp>
        <p:nvSpPr>
          <p:cNvPr id="5" name="TextBox 4"/>
          <p:cNvSpPr txBox="1"/>
          <p:nvPr/>
        </p:nvSpPr>
        <p:spPr>
          <a:xfrm>
            <a:off x="548640" y="1417320"/>
            <a:ext cx="6400800" cy="731520"/>
          </a:xfrm>
          <a:prstGeom prst="rect">
            <a:avLst/>
          </a:prstGeom>
          <a:noFill/>
        </p:spPr>
        <p:txBody>
          <a:bodyPr wrap="square"/>
          <a:lstStyle/>
          <a:p>
            <a:pPr algn="l"/>
            <a:r>
              <a:rPr sz="1200" b="0">
                <a:solidFill>
                  <a:srgbClr val="B1B9BE"/>
                </a:solidFill>
                <a:latin typeface="HPE Graphik"/>
              </a:rPr>
              <a:t>Achieve significantly higher margins than competitors by focusing on what customers are willing to pay for most, while keeping your cost structure in check.</a:t>
            </a:r>
          </a:p>
        </p:txBody>
      </p:sp>
      <p:sp>
        <p:nvSpPr>
          <p:cNvPr id="6" name="Rounded Rectangle 5"/>
          <p:cNvSpPr/>
          <p:nvPr/>
        </p:nvSpPr>
        <p:spPr>
          <a:xfrm>
            <a:off x="548640" y="2286000"/>
            <a:ext cx="6400800" cy="64008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240280"/>
            <a:ext cx="731520" cy="182880"/>
          </a:xfrm>
          <a:prstGeom prst="rect">
            <a:avLst/>
          </a:prstGeom>
          <a:noFill/>
        </p:spPr>
        <p:txBody>
          <a:bodyPr wrap="square"/>
          <a:lstStyle/>
          <a:p>
            <a:pPr algn="l"/>
            <a:r>
              <a:rPr sz="700" b="1" dirty="0">
                <a:solidFill>
                  <a:srgbClr val="00E0AF"/>
                </a:solidFill>
                <a:latin typeface="HPE Graphik"/>
              </a:rPr>
              <a:t>TRIGGER</a:t>
            </a:r>
          </a:p>
        </p:txBody>
      </p:sp>
      <p:sp>
        <p:nvSpPr>
          <p:cNvPr id="8" name="TextBox 7"/>
          <p:cNvSpPr txBox="1"/>
          <p:nvPr/>
        </p:nvSpPr>
        <p:spPr>
          <a:xfrm>
            <a:off x="731520" y="2423160"/>
            <a:ext cx="6035040" cy="457200"/>
          </a:xfrm>
          <a:prstGeom prst="rect">
            <a:avLst/>
          </a:prstGeom>
          <a:noFill/>
        </p:spPr>
        <p:txBody>
          <a:bodyPr wrap="square"/>
          <a:lstStyle/>
          <a:p>
            <a:pPr algn="l"/>
            <a:r>
              <a:rPr sz="1100" b="0">
                <a:solidFill>
                  <a:srgbClr val="62E5F6"/>
                </a:solidFill>
                <a:latin typeface="HPE Graphik"/>
              </a:rPr>
              <a:t>How could we find innovative ways to eliminate the most costly aspects of our business model, while focusing on value that matters to customers most and which they are willing to pay a high price for?</a:t>
            </a:r>
          </a:p>
        </p:txBody>
      </p:sp>
      <p:sp>
        <p:nvSpPr>
          <p:cNvPr id="9" name="TextBox 8"/>
          <p:cNvSpPr txBox="1"/>
          <p:nvPr/>
        </p:nvSpPr>
        <p:spPr>
          <a:xfrm>
            <a:off x="548640" y="3108960"/>
            <a:ext cx="2743200" cy="228600"/>
          </a:xfrm>
          <a:prstGeom prst="rect">
            <a:avLst/>
          </a:prstGeom>
          <a:noFill/>
        </p:spPr>
        <p:txBody>
          <a:bodyPr wrap="square"/>
          <a:lstStyle/>
          <a:p>
            <a:pPr algn="l"/>
            <a:r>
              <a:rPr sz="1000" b="1">
                <a:solidFill>
                  <a:srgbClr val="65AEF9"/>
                </a:solidFill>
                <a:latin typeface="HPE Graphik Semibold"/>
              </a:rPr>
              <a:t>FLAVORS (2)</a:t>
            </a:r>
          </a:p>
        </p:txBody>
      </p:sp>
      <p:sp>
        <p:nvSpPr>
          <p:cNvPr id="10" name="Rounded Rectangle 9"/>
          <p:cNvSpPr/>
          <p:nvPr/>
        </p:nvSpPr>
        <p:spPr>
          <a:xfrm>
            <a:off x="548640" y="3429000"/>
            <a:ext cx="507492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507492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520440"/>
            <a:ext cx="4855464" cy="228600"/>
          </a:xfrm>
          <a:prstGeom prst="rect">
            <a:avLst/>
          </a:prstGeom>
          <a:noFill/>
        </p:spPr>
        <p:txBody>
          <a:bodyPr wrap="square"/>
          <a:lstStyle/>
          <a:p>
            <a:pPr algn="l"/>
            <a:r>
              <a:rPr sz="1000" b="1">
                <a:solidFill>
                  <a:srgbClr val="65AEF9"/>
                </a:solidFill>
                <a:latin typeface="HPE Graphik Semibold"/>
              </a:rPr>
              <a:t>Contrarians</a:t>
            </a:r>
          </a:p>
        </p:txBody>
      </p:sp>
      <p:sp>
        <p:nvSpPr>
          <p:cNvPr id="13" name="TextBox 12"/>
          <p:cNvSpPr txBox="1"/>
          <p:nvPr/>
        </p:nvSpPr>
        <p:spPr>
          <a:xfrm>
            <a:off x="658368" y="3749039"/>
            <a:ext cx="4855464" cy="457200"/>
          </a:xfrm>
          <a:prstGeom prst="rect">
            <a:avLst/>
          </a:prstGeom>
          <a:noFill/>
        </p:spPr>
        <p:txBody>
          <a:bodyPr wrap="square"/>
          <a:lstStyle/>
          <a:p>
            <a:pPr algn="l"/>
            <a:r>
              <a:rPr sz="800" b="0">
                <a:solidFill>
                  <a:srgbClr val="B1B9BE"/>
                </a:solidFill>
                <a:latin typeface="HPE Graphik"/>
              </a:rPr>
              <a:t>Significantly reduce costs and increase value at the same time. Eliminate the most costly resources, activities, and partners, even if that means limiting the value proposition. Compensate by focusing on features that a well-defined segment loves and is willing to pay for.</a:t>
            </a:r>
          </a:p>
        </p:txBody>
      </p:sp>
      <p:sp>
        <p:nvSpPr>
          <p:cNvPr id="14" name="TextBox 13"/>
          <p:cNvSpPr txBox="1"/>
          <p:nvPr/>
        </p:nvSpPr>
        <p:spPr>
          <a:xfrm>
            <a:off x="658368" y="4389120"/>
            <a:ext cx="4855464" cy="228600"/>
          </a:xfrm>
          <a:prstGeom prst="rect">
            <a:avLst/>
          </a:prstGeom>
          <a:noFill/>
        </p:spPr>
        <p:txBody>
          <a:bodyPr wrap="square"/>
          <a:lstStyle/>
          <a:p>
            <a:pPr algn="l"/>
            <a:r>
              <a:rPr sz="700" b="0">
                <a:solidFill>
                  <a:srgbClr val="535C66"/>
                </a:solidFill>
                <a:latin typeface="HPE Graphik"/>
              </a:rPr>
              <a:t>e.g. Citizen M, Cirque du Soleil, Nintendo Wii</a:t>
            </a:r>
          </a:p>
        </p:txBody>
      </p:sp>
      <p:sp>
        <p:nvSpPr>
          <p:cNvPr id="15" name="Rounded Rectangle 14"/>
          <p:cNvSpPr/>
          <p:nvPr/>
        </p:nvSpPr>
        <p:spPr>
          <a:xfrm>
            <a:off x="5760720" y="3429000"/>
            <a:ext cx="5074920" cy="132588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760720" y="3429000"/>
            <a:ext cx="507492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70448" y="3520440"/>
            <a:ext cx="4855464" cy="228600"/>
          </a:xfrm>
          <a:prstGeom prst="rect">
            <a:avLst/>
          </a:prstGeom>
          <a:noFill/>
        </p:spPr>
        <p:txBody>
          <a:bodyPr wrap="square"/>
          <a:lstStyle/>
          <a:p>
            <a:pPr algn="l"/>
            <a:r>
              <a:rPr sz="1000" b="1">
                <a:solidFill>
                  <a:srgbClr val="65AEF9"/>
                </a:solidFill>
                <a:latin typeface="HPE Graphik Semibold"/>
              </a:rPr>
              <a:t>High Enders</a:t>
            </a:r>
          </a:p>
        </p:txBody>
      </p:sp>
      <p:sp>
        <p:nvSpPr>
          <p:cNvPr id="18" name="TextBox 17"/>
          <p:cNvSpPr txBox="1"/>
          <p:nvPr/>
        </p:nvSpPr>
        <p:spPr>
          <a:xfrm>
            <a:off x="5870448" y="3749039"/>
            <a:ext cx="4855464" cy="457200"/>
          </a:xfrm>
          <a:prstGeom prst="rect">
            <a:avLst/>
          </a:prstGeom>
          <a:noFill/>
        </p:spPr>
        <p:txBody>
          <a:bodyPr wrap="square"/>
          <a:lstStyle/>
          <a:p>
            <a:pPr algn="l"/>
            <a:r>
              <a:rPr sz="800" b="0">
                <a:solidFill>
                  <a:srgbClr val="B1B9BE"/>
                </a:solidFill>
                <a:latin typeface="HPE Graphik"/>
              </a:rPr>
              <a:t>Create products and services at the high end of the market spectrum for a broad range of high-end customers. Use these to maximize margins and avoid the small size and extreme cost structure of a luxury niche.</a:t>
            </a:r>
          </a:p>
        </p:txBody>
      </p:sp>
      <p:sp>
        <p:nvSpPr>
          <p:cNvPr id="19" name="TextBox 18"/>
          <p:cNvSpPr txBox="1"/>
          <p:nvPr/>
        </p:nvSpPr>
        <p:spPr>
          <a:xfrm>
            <a:off x="5870448" y="4389120"/>
            <a:ext cx="4855464" cy="228600"/>
          </a:xfrm>
          <a:prstGeom prst="rect">
            <a:avLst/>
          </a:prstGeom>
          <a:noFill/>
        </p:spPr>
        <p:txBody>
          <a:bodyPr wrap="square"/>
          <a:lstStyle/>
          <a:p>
            <a:pPr algn="l"/>
            <a:r>
              <a:rPr sz="700" b="0">
                <a:solidFill>
                  <a:srgbClr val="535C66"/>
                </a:solidFill>
                <a:latin typeface="HPE Graphik"/>
              </a:rPr>
              <a:t>e.g. iPhone</a:t>
            </a:r>
          </a:p>
        </p:txBody>
      </p:sp>
      <p:sp>
        <p:nvSpPr>
          <p:cNvPr id="20" name="TextBox 19"/>
          <p:cNvSpPr txBox="1"/>
          <p:nvPr/>
        </p:nvSpPr>
        <p:spPr>
          <a:xfrm>
            <a:off x="457200" y="6309360"/>
            <a:ext cx="11247120" cy="274320"/>
          </a:xfrm>
          <a:prstGeom prst="rect">
            <a:avLst/>
          </a:prstGeom>
          <a:noFill/>
        </p:spPr>
        <p:txBody>
          <a:bodyPr wrap="square"/>
          <a:lstStyle/>
          <a:p>
            <a:pPr algn="ctr"/>
            <a:r>
              <a:rPr sz="800" b="0">
                <a:solidFill>
                  <a:srgbClr val="535C66"/>
                </a:solidFill>
                <a:latin typeface="HPE Graphik"/>
              </a:rPr>
              <a:t>INVENT  ·  Profit Formula Disruption  ·  Margin Masters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74320"/>
          </a:xfrm>
          <a:prstGeom prst="rect">
            <a:avLst/>
          </a:prstGeom>
          <a:noFill/>
        </p:spPr>
        <p:txBody>
          <a:bodyPr wrap="square"/>
          <a:lstStyle/>
          <a:p>
            <a:pPr algn="l"/>
            <a:r>
              <a:rPr sz="1000" b="1">
                <a:solidFill>
                  <a:srgbClr val="9B84FC"/>
                </a:solidFill>
                <a:latin typeface="HPE Graphik Semibold"/>
              </a:rPr>
              <a:t>DIRECTION: SHIFT</a:t>
            </a:r>
          </a:p>
        </p:txBody>
      </p:sp>
      <p:sp>
        <p:nvSpPr>
          <p:cNvPr id="3" name="TextBox 2"/>
          <p:cNvSpPr txBox="1"/>
          <p:nvPr/>
        </p:nvSpPr>
        <p:spPr>
          <a:xfrm>
            <a:off x="548640" y="548640"/>
            <a:ext cx="9144000" cy="457200"/>
          </a:xfrm>
          <a:prstGeom prst="rect">
            <a:avLst/>
          </a:prstGeom>
          <a:noFill/>
        </p:spPr>
        <p:txBody>
          <a:bodyPr wrap="square"/>
          <a:lstStyle/>
          <a:p>
            <a:pPr algn="l"/>
            <a:r>
              <a:rPr sz="2200" b="1">
                <a:solidFill>
                  <a:srgbClr val="FFFFFF"/>
                </a:solidFill>
                <a:latin typeface="HPE Graphik Semibold"/>
              </a:rPr>
              <a:t>12 Patterns for Transforming Existing Business Models</a:t>
            </a:r>
          </a:p>
        </p:txBody>
      </p:sp>
      <p:sp>
        <p:nvSpPr>
          <p:cNvPr id="4" name="Rounded Rectangle 3"/>
          <p:cNvSpPr/>
          <p:nvPr/>
        </p:nvSpPr>
        <p:spPr>
          <a:xfrm>
            <a:off x="548640" y="1280160"/>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280160"/>
            <a:ext cx="3566160" cy="36576"/>
          </a:xfrm>
          <a:prstGeom prst="rect">
            <a:avLst/>
          </a:prstGeom>
          <a:solidFill>
            <a:srgbClr val="00E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353312"/>
            <a:ext cx="3291840" cy="274320"/>
          </a:xfrm>
          <a:prstGeom prst="rect">
            <a:avLst/>
          </a:prstGeom>
          <a:noFill/>
        </p:spPr>
        <p:txBody>
          <a:bodyPr wrap="square"/>
          <a:lstStyle/>
          <a:p>
            <a:pPr algn="l"/>
            <a:r>
              <a:rPr sz="1000" b="1">
                <a:solidFill>
                  <a:srgbClr val="FFFFFF"/>
                </a:solidFill>
                <a:latin typeface="HPE Graphik Semibold"/>
              </a:rPr>
              <a:t>Product to Recurring Service</a:t>
            </a:r>
          </a:p>
        </p:txBody>
      </p:sp>
      <p:sp>
        <p:nvSpPr>
          <p:cNvPr id="7" name="TextBox 6"/>
          <p:cNvSpPr txBox="1"/>
          <p:nvPr/>
        </p:nvSpPr>
        <p:spPr>
          <a:xfrm>
            <a:off x="685800" y="1645919"/>
            <a:ext cx="3291840" cy="182880"/>
          </a:xfrm>
          <a:prstGeom prst="rect">
            <a:avLst/>
          </a:prstGeom>
          <a:noFill/>
        </p:spPr>
        <p:txBody>
          <a:bodyPr wrap="square"/>
          <a:lstStyle/>
          <a:p>
            <a:pPr algn="l"/>
            <a:r>
              <a:rPr sz="800" b="0">
                <a:solidFill>
                  <a:srgbClr val="00E0AF"/>
                </a:solidFill>
                <a:latin typeface="HPE Graphik"/>
              </a:rPr>
              <a:t>📌 Hilti</a:t>
            </a:r>
          </a:p>
        </p:txBody>
      </p:sp>
      <p:sp>
        <p:nvSpPr>
          <p:cNvPr id="8" name="Rounded Rectangle 7"/>
          <p:cNvSpPr/>
          <p:nvPr/>
        </p:nvSpPr>
        <p:spPr>
          <a:xfrm>
            <a:off x="4251959" y="1280160"/>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51959" y="1280160"/>
            <a:ext cx="3566160" cy="36576"/>
          </a:xfrm>
          <a:prstGeom prst="rect">
            <a:avLst/>
          </a:prstGeom>
          <a:solidFill>
            <a:srgbClr val="00E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0" y="1353312"/>
            <a:ext cx="3291840" cy="274320"/>
          </a:xfrm>
          <a:prstGeom prst="rect">
            <a:avLst/>
          </a:prstGeom>
          <a:noFill/>
        </p:spPr>
        <p:txBody>
          <a:bodyPr wrap="square"/>
          <a:lstStyle/>
          <a:p>
            <a:pPr algn="l"/>
            <a:r>
              <a:rPr sz="1000" b="1">
                <a:solidFill>
                  <a:srgbClr val="FFFFFF"/>
                </a:solidFill>
                <a:latin typeface="HPE Graphik Semibold"/>
              </a:rPr>
              <a:t>Low Tech to High Tech</a:t>
            </a:r>
          </a:p>
        </p:txBody>
      </p:sp>
      <p:sp>
        <p:nvSpPr>
          <p:cNvPr id="11" name="TextBox 10"/>
          <p:cNvSpPr txBox="1"/>
          <p:nvPr/>
        </p:nvSpPr>
        <p:spPr>
          <a:xfrm>
            <a:off x="4389120" y="1645919"/>
            <a:ext cx="3291840" cy="182880"/>
          </a:xfrm>
          <a:prstGeom prst="rect">
            <a:avLst/>
          </a:prstGeom>
          <a:noFill/>
        </p:spPr>
        <p:txBody>
          <a:bodyPr wrap="square"/>
          <a:lstStyle/>
          <a:p>
            <a:pPr algn="l"/>
            <a:r>
              <a:rPr sz="800" b="0">
                <a:solidFill>
                  <a:srgbClr val="00E0AF"/>
                </a:solidFill>
                <a:latin typeface="HPE Graphik"/>
              </a:rPr>
              <a:t>📌 Netflix</a:t>
            </a:r>
          </a:p>
        </p:txBody>
      </p:sp>
      <p:sp>
        <p:nvSpPr>
          <p:cNvPr id="12" name="Rounded Rectangle 11"/>
          <p:cNvSpPr/>
          <p:nvPr/>
        </p:nvSpPr>
        <p:spPr>
          <a:xfrm>
            <a:off x="7955279" y="1280160"/>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955279" y="1280160"/>
            <a:ext cx="3566160" cy="36576"/>
          </a:xfrm>
          <a:prstGeom prst="rect">
            <a:avLst/>
          </a:prstGeom>
          <a:solidFill>
            <a:srgbClr val="00E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1353312"/>
            <a:ext cx="3291840" cy="274320"/>
          </a:xfrm>
          <a:prstGeom prst="rect">
            <a:avLst/>
          </a:prstGeom>
          <a:noFill/>
        </p:spPr>
        <p:txBody>
          <a:bodyPr wrap="square"/>
          <a:lstStyle/>
          <a:p>
            <a:pPr algn="l"/>
            <a:r>
              <a:rPr sz="1000" b="1">
                <a:solidFill>
                  <a:srgbClr val="FFFFFF"/>
                </a:solidFill>
                <a:latin typeface="HPE Graphik Semibold"/>
              </a:rPr>
              <a:t>Sales to Platform</a:t>
            </a:r>
          </a:p>
        </p:txBody>
      </p:sp>
      <p:sp>
        <p:nvSpPr>
          <p:cNvPr id="15" name="TextBox 14"/>
          <p:cNvSpPr txBox="1"/>
          <p:nvPr/>
        </p:nvSpPr>
        <p:spPr>
          <a:xfrm>
            <a:off x="8092440" y="1645919"/>
            <a:ext cx="3291840" cy="182880"/>
          </a:xfrm>
          <a:prstGeom prst="rect">
            <a:avLst/>
          </a:prstGeom>
          <a:noFill/>
        </p:spPr>
        <p:txBody>
          <a:bodyPr wrap="square"/>
          <a:lstStyle/>
          <a:p>
            <a:pPr algn="l"/>
            <a:r>
              <a:rPr sz="800" b="0">
                <a:solidFill>
                  <a:srgbClr val="00E0AF"/>
                </a:solidFill>
                <a:latin typeface="HPE Graphik"/>
              </a:rPr>
              <a:t>📌 iPhone &amp; App Store</a:t>
            </a:r>
          </a:p>
        </p:txBody>
      </p:sp>
      <p:sp>
        <p:nvSpPr>
          <p:cNvPr id="16" name="Rounded Rectangle 15"/>
          <p:cNvSpPr/>
          <p:nvPr/>
        </p:nvSpPr>
        <p:spPr>
          <a:xfrm>
            <a:off x="548640" y="2331720"/>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2331720"/>
            <a:ext cx="3566160" cy="36576"/>
          </a:xfrm>
          <a:prstGeom prst="rect">
            <a:avLst/>
          </a:prstGeom>
          <a:solidFill>
            <a:srgbClr val="62E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2404872"/>
            <a:ext cx="3291840" cy="274320"/>
          </a:xfrm>
          <a:prstGeom prst="rect">
            <a:avLst/>
          </a:prstGeom>
          <a:noFill/>
        </p:spPr>
        <p:txBody>
          <a:bodyPr wrap="square"/>
          <a:lstStyle/>
          <a:p>
            <a:pPr algn="l"/>
            <a:r>
              <a:rPr sz="1000" b="1">
                <a:solidFill>
                  <a:srgbClr val="FFFFFF"/>
                </a:solidFill>
                <a:latin typeface="HPE Graphik Semibold"/>
              </a:rPr>
              <a:t>Niche Market to Mass Market</a:t>
            </a:r>
          </a:p>
        </p:txBody>
      </p:sp>
      <p:sp>
        <p:nvSpPr>
          <p:cNvPr id="19" name="TextBox 18"/>
          <p:cNvSpPr txBox="1"/>
          <p:nvPr/>
        </p:nvSpPr>
        <p:spPr>
          <a:xfrm>
            <a:off x="685800" y="2697479"/>
            <a:ext cx="3291840" cy="182880"/>
          </a:xfrm>
          <a:prstGeom prst="rect">
            <a:avLst/>
          </a:prstGeom>
          <a:noFill/>
        </p:spPr>
        <p:txBody>
          <a:bodyPr wrap="square"/>
          <a:lstStyle/>
          <a:p>
            <a:pPr algn="l"/>
            <a:r>
              <a:rPr sz="800" b="0">
                <a:solidFill>
                  <a:srgbClr val="62E5F6"/>
                </a:solidFill>
                <a:latin typeface="HPE Graphik"/>
              </a:rPr>
              <a:t>📌 TED</a:t>
            </a:r>
          </a:p>
        </p:txBody>
      </p:sp>
      <p:sp>
        <p:nvSpPr>
          <p:cNvPr id="20" name="Rounded Rectangle 19"/>
          <p:cNvSpPr/>
          <p:nvPr/>
        </p:nvSpPr>
        <p:spPr>
          <a:xfrm>
            <a:off x="4251959" y="2331720"/>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51959" y="2331720"/>
            <a:ext cx="3566160" cy="36576"/>
          </a:xfrm>
          <a:prstGeom prst="rect">
            <a:avLst/>
          </a:prstGeom>
          <a:solidFill>
            <a:srgbClr val="62E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0" y="2404872"/>
            <a:ext cx="3291840" cy="274320"/>
          </a:xfrm>
          <a:prstGeom prst="rect">
            <a:avLst/>
          </a:prstGeom>
          <a:noFill/>
        </p:spPr>
        <p:txBody>
          <a:bodyPr wrap="square"/>
          <a:lstStyle/>
          <a:p>
            <a:pPr algn="l"/>
            <a:r>
              <a:rPr sz="1000" b="1">
                <a:solidFill>
                  <a:srgbClr val="FFFFFF"/>
                </a:solidFill>
                <a:latin typeface="HPE Graphik Semibold"/>
              </a:rPr>
              <a:t>B2B to B2(B2)C</a:t>
            </a:r>
          </a:p>
        </p:txBody>
      </p:sp>
      <p:sp>
        <p:nvSpPr>
          <p:cNvPr id="23" name="TextBox 22"/>
          <p:cNvSpPr txBox="1"/>
          <p:nvPr/>
        </p:nvSpPr>
        <p:spPr>
          <a:xfrm>
            <a:off x="4389120" y="2697479"/>
            <a:ext cx="3291840" cy="182880"/>
          </a:xfrm>
          <a:prstGeom prst="rect">
            <a:avLst/>
          </a:prstGeom>
          <a:noFill/>
        </p:spPr>
        <p:txBody>
          <a:bodyPr wrap="square"/>
          <a:lstStyle/>
          <a:p>
            <a:pPr algn="l"/>
            <a:r>
              <a:rPr sz="800" b="0">
                <a:solidFill>
                  <a:srgbClr val="62E5F6"/>
                </a:solidFill>
                <a:latin typeface="HPE Graphik"/>
              </a:rPr>
              <a:t>📌 Intel Inside</a:t>
            </a:r>
          </a:p>
        </p:txBody>
      </p:sp>
      <p:sp>
        <p:nvSpPr>
          <p:cNvPr id="24" name="Rounded Rectangle 23"/>
          <p:cNvSpPr/>
          <p:nvPr/>
        </p:nvSpPr>
        <p:spPr>
          <a:xfrm>
            <a:off x="7955279" y="2331720"/>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955279" y="2331720"/>
            <a:ext cx="3566160" cy="36576"/>
          </a:xfrm>
          <a:prstGeom prst="rect">
            <a:avLst/>
          </a:prstGeom>
          <a:solidFill>
            <a:srgbClr val="62E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92440" y="2404872"/>
            <a:ext cx="3291840" cy="274320"/>
          </a:xfrm>
          <a:prstGeom prst="rect">
            <a:avLst/>
          </a:prstGeom>
          <a:noFill/>
        </p:spPr>
        <p:txBody>
          <a:bodyPr wrap="square"/>
          <a:lstStyle/>
          <a:p>
            <a:pPr algn="l"/>
            <a:r>
              <a:rPr sz="1000" b="1">
                <a:solidFill>
                  <a:srgbClr val="FFFFFF"/>
                </a:solidFill>
                <a:latin typeface="HPE Graphik Semibold"/>
              </a:rPr>
              <a:t>Low Touch to High Touch</a:t>
            </a:r>
          </a:p>
        </p:txBody>
      </p:sp>
      <p:sp>
        <p:nvSpPr>
          <p:cNvPr id="27" name="TextBox 26"/>
          <p:cNvSpPr txBox="1"/>
          <p:nvPr/>
        </p:nvSpPr>
        <p:spPr>
          <a:xfrm>
            <a:off x="8092440" y="2697479"/>
            <a:ext cx="3291840" cy="182880"/>
          </a:xfrm>
          <a:prstGeom prst="rect">
            <a:avLst/>
          </a:prstGeom>
          <a:noFill/>
        </p:spPr>
        <p:txBody>
          <a:bodyPr wrap="square"/>
          <a:lstStyle/>
          <a:p>
            <a:pPr algn="l"/>
            <a:r>
              <a:rPr sz="800" b="0">
                <a:solidFill>
                  <a:srgbClr val="62E5F6"/>
                </a:solidFill>
                <a:latin typeface="HPE Graphik"/>
              </a:rPr>
              <a:t>📌 Apple Genius Bar</a:t>
            </a:r>
          </a:p>
        </p:txBody>
      </p:sp>
      <p:sp>
        <p:nvSpPr>
          <p:cNvPr id="28" name="Rounded Rectangle 27"/>
          <p:cNvSpPr/>
          <p:nvPr/>
        </p:nvSpPr>
        <p:spPr>
          <a:xfrm>
            <a:off x="548640" y="3383279"/>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48640" y="3383279"/>
            <a:ext cx="35661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3456432"/>
            <a:ext cx="3291840" cy="274320"/>
          </a:xfrm>
          <a:prstGeom prst="rect">
            <a:avLst/>
          </a:prstGeom>
          <a:noFill/>
        </p:spPr>
        <p:txBody>
          <a:bodyPr wrap="square"/>
          <a:lstStyle/>
          <a:p>
            <a:pPr algn="l"/>
            <a:r>
              <a:rPr sz="1000" b="1">
                <a:solidFill>
                  <a:srgbClr val="FFFFFF"/>
                </a:solidFill>
                <a:latin typeface="HPE Graphik Semibold"/>
              </a:rPr>
              <a:t>Dedicated Resources to Multi-Usage</a:t>
            </a:r>
          </a:p>
        </p:txBody>
      </p:sp>
      <p:sp>
        <p:nvSpPr>
          <p:cNvPr id="31" name="TextBox 30"/>
          <p:cNvSpPr txBox="1"/>
          <p:nvPr/>
        </p:nvSpPr>
        <p:spPr>
          <a:xfrm>
            <a:off x="685800" y="3749039"/>
            <a:ext cx="3291840" cy="182880"/>
          </a:xfrm>
          <a:prstGeom prst="rect">
            <a:avLst/>
          </a:prstGeom>
          <a:noFill/>
        </p:spPr>
        <p:txBody>
          <a:bodyPr wrap="square"/>
          <a:lstStyle/>
          <a:p>
            <a:pPr algn="l"/>
            <a:r>
              <a:rPr sz="800" b="0">
                <a:solidFill>
                  <a:srgbClr val="65AEF9"/>
                </a:solidFill>
                <a:latin typeface="HPE Graphik"/>
              </a:rPr>
              <a:t>📌 Fujifilm</a:t>
            </a:r>
          </a:p>
        </p:txBody>
      </p:sp>
      <p:sp>
        <p:nvSpPr>
          <p:cNvPr id="32" name="Rounded Rectangle 31"/>
          <p:cNvSpPr/>
          <p:nvPr/>
        </p:nvSpPr>
        <p:spPr>
          <a:xfrm>
            <a:off x="4251959" y="3383279"/>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251959" y="3383279"/>
            <a:ext cx="35661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89120" y="3456432"/>
            <a:ext cx="3291840" cy="274320"/>
          </a:xfrm>
          <a:prstGeom prst="rect">
            <a:avLst/>
          </a:prstGeom>
          <a:noFill/>
        </p:spPr>
        <p:txBody>
          <a:bodyPr wrap="square"/>
          <a:lstStyle/>
          <a:p>
            <a:pPr algn="l"/>
            <a:r>
              <a:rPr sz="1000" b="1">
                <a:solidFill>
                  <a:srgbClr val="FFFFFF"/>
                </a:solidFill>
                <a:latin typeface="HPE Graphik Semibold"/>
              </a:rPr>
              <a:t>Asset Heavy to Asset Light</a:t>
            </a:r>
          </a:p>
        </p:txBody>
      </p:sp>
      <p:sp>
        <p:nvSpPr>
          <p:cNvPr id="35" name="TextBox 34"/>
          <p:cNvSpPr txBox="1"/>
          <p:nvPr/>
        </p:nvSpPr>
        <p:spPr>
          <a:xfrm>
            <a:off x="4389120" y="3749039"/>
            <a:ext cx="3291840" cy="182880"/>
          </a:xfrm>
          <a:prstGeom prst="rect">
            <a:avLst/>
          </a:prstGeom>
          <a:noFill/>
        </p:spPr>
        <p:txBody>
          <a:bodyPr wrap="square"/>
          <a:lstStyle/>
          <a:p>
            <a:pPr algn="l"/>
            <a:r>
              <a:rPr sz="800" b="0">
                <a:solidFill>
                  <a:srgbClr val="65AEF9"/>
                </a:solidFill>
                <a:latin typeface="HPE Graphik"/>
              </a:rPr>
              <a:t>📌 Bharti Airtel</a:t>
            </a:r>
          </a:p>
        </p:txBody>
      </p:sp>
      <p:sp>
        <p:nvSpPr>
          <p:cNvPr id="36" name="Rounded Rectangle 35"/>
          <p:cNvSpPr/>
          <p:nvPr/>
        </p:nvSpPr>
        <p:spPr>
          <a:xfrm>
            <a:off x="7955279" y="3383279"/>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955279" y="3383279"/>
            <a:ext cx="3566160" cy="36576"/>
          </a:xfrm>
          <a:prstGeom prst="rect">
            <a:avLst/>
          </a:prstGeom>
          <a:solidFill>
            <a:srgbClr val="65AE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92440" y="3456432"/>
            <a:ext cx="3291840" cy="274320"/>
          </a:xfrm>
          <a:prstGeom prst="rect">
            <a:avLst/>
          </a:prstGeom>
          <a:noFill/>
        </p:spPr>
        <p:txBody>
          <a:bodyPr wrap="square"/>
          <a:lstStyle/>
          <a:p>
            <a:pPr algn="l"/>
            <a:r>
              <a:rPr sz="1000" b="1">
                <a:solidFill>
                  <a:srgbClr val="FFFFFF"/>
                </a:solidFill>
                <a:latin typeface="HPE Graphik Semibold"/>
              </a:rPr>
              <a:t>Closed to Open Innovation</a:t>
            </a:r>
          </a:p>
        </p:txBody>
      </p:sp>
      <p:sp>
        <p:nvSpPr>
          <p:cNvPr id="39" name="TextBox 38"/>
          <p:cNvSpPr txBox="1"/>
          <p:nvPr/>
        </p:nvSpPr>
        <p:spPr>
          <a:xfrm>
            <a:off x="8092440" y="3749039"/>
            <a:ext cx="3291840" cy="182880"/>
          </a:xfrm>
          <a:prstGeom prst="rect">
            <a:avLst/>
          </a:prstGeom>
          <a:noFill/>
        </p:spPr>
        <p:txBody>
          <a:bodyPr wrap="square"/>
          <a:lstStyle/>
          <a:p>
            <a:pPr algn="l"/>
            <a:r>
              <a:rPr sz="800" b="0">
                <a:solidFill>
                  <a:srgbClr val="65AEF9"/>
                </a:solidFill>
                <a:latin typeface="HPE Graphik"/>
              </a:rPr>
              <a:t>📌 Microsoft</a:t>
            </a:r>
          </a:p>
        </p:txBody>
      </p:sp>
      <p:sp>
        <p:nvSpPr>
          <p:cNvPr id="40" name="Rounded Rectangle 39"/>
          <p:cNvSpPr/>
          <p:nvPr/>
        </p:nvSpPr>
        <p:spPr>
          <a:xfrm>
            <a:off x="548640" y="4434840"/>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48640" y="4434840"/>
            <a:ext cx="3566160" cy="36576"/>
          </a:xfrm>
          <a:prstGeom prst="rect">
            <a:avLst/>
          </a:prstGeom>
          <a:solidFill>
            <a:srgbClr val="9B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85800" y="4507992"/>
            <a:ext cx="3291840" cy="274320"/>
          </a:xfrm>
          <a:prstGeom prst="rect">
            <a:avLst/>
          </a:prstGeom>
          <a:noFill/>
        </p:spPr>
        <p:txBody>
          <a:bodyPr wrap="square"/>
          <a:lstStyle/>
          <a:p>
            <a:pPr algn="l"/>
            <a:r>
              <a:rPr sz="1000" b="1">
                <a:solidFill>
                  <a:srgbClr val="FFFFFF"/>
                </a:solidFill>
                <a:latin typeface="HPE Graphik Semibold"/>
              </a:rPr>
              <a:t>High Cost to Low Cost</a:t>
            </a:r>
          </a:p>
        </p:txBody>
      </p:sp>
      <p:sp>
        <p:nvSpPr>
          <p:cNvPr id="43" name="TextBox 42"/>
          <p:cNvSpPr txBox="1"/>
          <p:nvPr/>
        </p:nvSpPr>
        <p:spPr>
          <a:xfrm>
            <a:off x="685800" y="4800600"/>
            <a:ext cx="3291840" cy="182880"/>
          </a:xfrm>
          <a:prstGeom prst="rect">
            <a:avLst/>
          </a:prstGeom>
          <a:noFill/>
        </p:spPr>
        <p:txBody>
          <a:bodyPr wrap="square"/>
          <a:lstStyle/>
          <a:p>
            <a:pPr algn="l"/>
            <a:r>
              <a:rPr sz="800" b="0">
                <a:solidFill>
                  <a:srgbClr val="9B84FC"/>
                </a:solidFill>
                <a:latin typeface="HPE Graphik"/>
              </a:rPr>
              <a:t>📌 Dow Corning Xiameter</a:t>
            </a:r>
          </a:p>
        </p:txBody>
      </p:sp>
      <p:sp>
        <p:nvSpPr>
          <p:cNvPr id="44" name="Rounded Rectangle 43"/>
          <p:cNvSpPr/>
          <p:nvPr/>
        </p:nvSpPr>
        <p:spPr>
          <a:xfrm>
            <a:off x="4251959" y="4434840"/>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251959" y="4434840"/>
            <a:ext cx="3566160" cy="36576"/>
          </a:xfrm>
          <a:prstGeom prst="rect">
            <a:avLst/>
          </a:prstGeom>
          <a:solidFill>
            <a:srgbClr val="9B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389120" y="4507992"/>
            <a:ext cx="3291840" cy="274320"/>
          </a:xfrm>
          <a:prstGeom prst="rect">
            <a:avLst/>
          </a:prstGeom>
          <a:noFill/>
        </p:spPr>
        <p:txBody>
          <a:bodyPr wrap="square"/>
          <a:lstStyle/>
          <a:p>
            <a:pPr algn="l"/>
            <a:r>
              <a:rPr sz="1000" b="1">
                <a:solidFill>
                  <a:srgbClr val="FFFFFF"/>
                </a:solidFill>
                <a:latin typeface="HPE Graphik Semibold"/>
              </a:rPr>
              <a:t>Transactional to Recurring Revenue</a:t>
            </a:r>
          </a:p>
        </p:txBody>
      </p:sp>
      <p:sp>
        <p:nvSpPr>
          <p:cNvPr id="47" name="TextBox 46"/>
          <p:cNvSpPr txBox="1"/>
          <p:nvPr/>
        </p:nvSpPr>
        <p:spPr>
          <a:xfrm>
            <a:off x="4389120" y="4800600"/>
            <a:ext cx="3291840" cy="182880"/>
          </a:xfrm>
          <a:prstGeom prst="rect">
            <a:avLst/>
          </a:prstGeom>
          <a:noFill/>
        </p:spPr>
        <p:txBody>
          <a:bodyPr wrap="square"/>
          <a:lstStyle/>
          <a:p>
            <a:pPr algn="l"/>
            <a:r>
              <a:rPr sz="800" b="0">
                <a:solidFill>
                  <a:srgbClr val="9B84FC"/>
                </a:solidFill>
                <a:latin typeface="HPE Graphik"/>
              </a:rPr>
              <a:t>📌 Adobe</a:t>
            </a:r>
          </a:p>
        </p:txBody>
      </p:sp>
      <p:sp>
        <p:nvSpPr>
          <p:cNvPr id="48" name="Rounded Rectangle 47"/>
          <p:cNvSpPr/>
          <p:nvPr/>
        </p:nvSpPr>
        <p:spPr>
          <a:xfrm>
            <a:off x="7955279" y="4434840"/>
            <a:ext cx="3566160" cy="777240"/>
          </a:xfrm>
          <a:prstGeom prst="roundRect">
            <a:avLst/>
          </a:prstGeom>
          <a:solidFill>
            <a:srgbClr val="333A4A"/>
          </a:solidFill>
          <a:ln w="12700">
            <a:solidFill>
              <a:srgbClr val="535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955279" y="4434840"/>
            <a:ext cx="3566160" cy="36576"/>
          </a:xfrm>
          <a:prstGeom prst="rect">
            <a:avLst/>
          </a:prstGeom>
          <a:solidFill>
            <a:srgbClr val="9B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92440" y="4507992"/>
            <a:ext cx="3291840" cy="274320"/>
          </a:xfrm>
          <a:prstGeom prst="rect">
            <a:avLst/>
          </a:prstGeom>
          <a:noFill/>
        </p:spPr>
        <p:txBody>
          <a:bodyPr wrap="square"/>
          <a:lstStyle/>
          <a:p>
            <a:pPr algn="l"/>
            <a:r>
              <a:rPr sz="1000" b="1">
                <a:solidFill>
                  <a:srgbClr val="FFFFFF"/>
                </a:solidFill>
                <a:latin typeface="HPE Graphik Semibold"/>
              </a:rPr>
              <a:t>Conventional to Contrarian</a:t>
            </a:r>
          </a:p>
        </p:txBody>
      </p:sp>
      <p:sp>
        <p:nvSpPr>
          <p:cNvPr id="51" name="TextBox 50"/>
          <p:cNvSpPr txBox="1"/>
          <p:nvPr/>
        </p:nvSpPr>
        <p:spPr>
          <a:xfrm>
            <a:off x="8092440" y="4800600"/>
            <a:ext cx="3291840" cy="182880"/>
          </a:xfrm>
          <a:prstGeom prst="rect">
            <a:avLst/>
          </a:prstGeom>
          <a:noFill/>
        </p:spPr>
        <p:txBody>
          <a:bodyPr wrap="square"/>
          <a:lstStyle/>
          <a:p>
            <a:pPr algn="l"/>
            <a:r>
              <a:rPr sz="800" b="0">
                <a:solidFill>
                  <a:srgbClr val="9B84FC"/>
                </a:solidFill>
                <a:latin typeface="HPE Graphik"/>
              </a:rPr>
              <a:t>📌 Apple iMac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00E0AF"/>
                </a:solidFill>
                <a:latin typeface="HPE Graphik Semibold"/>
              </a:rPr>
              <a:t>VALUE PROPOSITION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Product to Recurring Service</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from manufacturing and/or buying and selling products toward providing a recurring service. Recurring services require upfront customer acquisition costs that lead to recurring revenues that become more predictable and grow exponentially.</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grow recurring and predictable revenues by providing a recurring service, rather than selling a product?</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dirty="0">
                <a:solidFill>
                  <a:srgbClr val="F26B43"/>
                </a:solidFill>
                <a:latin typeface="HPE Graphik"/>
              </a:rPr>
              <a:t>How might we add scalable products to our services to increase the share of wallet and lifetime value of each customer and boost overall revenues?</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Hilti</a:t>
            </a:r>
          </a:p>
        </p:txBody>
      </p:sp>
      <p:sp>
        <p:nvSpPr>
          <p:cNvPr id="14" name="TextBox 13"/>
          <p:cNvSpPr txBox="1"/>
          <p:nvPr/>
        </p:nvSpPr>
        <p:spPr>
          <a:xfrm>
            <a:off x="457200" y="6309360"/>
            <a:ext cx="11247120" cy="274320"/>
          </a:xfrm>
          <a:prstGeom prst="rect">
            <a:avLst/>
          </a:prstGeom>
          <a:noFill/>
        </p:spPr>
        <p:txBody>
          <a:bodyPr wrap="square"/>
          <a:lstStyle/>
          <a:p>
            <a:pPr algn="ctr"/>
            <a:r>
              <a:rPr sz="800" b="0" dirty="0">
                <a:solidFill>
                  <a:schemeClr val="bg1"/>
                </a:solidFill>
                <a:latin typeface="HPE Graphik"/>
              </a:rPr>
              <a:t>SHIFT  ·  Value Proposition Shifts  ·  Product to Recurring Service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00E0AF"/>
                </a:solidFill>
                <a:latin typeface="HPE Graphik Semibold"/>
              </a:rPr>
              <a:t>VALUE PROPOSITION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Low Tech to High Tech</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from basic, often labour-intensive, low-tech value propositions toward technology-based value propositions. This allows scaling reach and increasing price, which leads to a boost in revenues.</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scale our reach, increase price, and boost revenues by transforming a low-tech value proposition into a high-tech value proposition?</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leverage low-tech activities or resources to provide value to customers that they really appreciate, but that doesn't cost much to provide or that technology can't offer?</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Netflix</a:t>
            </a:r>
          </a:p>
        </p:txBody>
      </p:sp>
      <p:sp>
        <p:nvSpPr>
          <p:cNvPr id="14" name="TextBox 13"/>
          <p:cNvSpPr txBox="1"/>
          <p:nvPr/>
        </p:nvSpPr>
        <p:spPr>
          <a:xfrm>
            <a:off x="457200" y="6309360"/>
            <a:ext cx="11247120" cy="274320"/>
          </a:xfrm>
          <a:prstGeom prst="rect">
            <a:avLst/>
          </a:prstGeom>
          <a:noFill/>
        </p:spPr>
        <p:txBody>
          <a:bodyPr wrap="square"/>
          <a:lstStyle/>
          <a:p>
            <a:pPr algn="ctr"/>
            <a:r>
              <a:rPr sz="800" b="0" dirty="0">
                <a:solidFill>
                  <a:schemeClr val="bg1"/>
                </a:solidFill>
                <a:latin typeface="HPE Graphik"/>
              </a:rPr>
              <a:t>SHIFT  ·  Value Proposition Shifts  ·  Low Tech to High Tech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00E0AF"/>
                </a:solidFill>
                <a:latin typeface="HPE Graphik Semibold"/>
              </a:rPr>
              <a:t>VALUE PROPOSITION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Sales to Platform</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from value-chain activities and selling products toward products that become a platform for third-party products and value-added services. Platforms are harder to disrupt than simple products because they create resource castle network effects.</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gain a competitive advantage by establishing ourselves as the platform connecting our customers with third-party products and service providers?</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add our own scalable products and services to our platform to increase the lifetime value of each customer and boost overall revenues?</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iPhone &amp; App Store</a:t>
            </a:r>
          </a:p>
        </p:txBody>
      </p:sp>
      <p:sp>
        <p:nvSpPr>
          <p:cNvPr id="14" name="TextBox 13"/>
          <p:cNvSpPr txBox="1"/>
          <p:nvPr/>
        </p:nvSpPr>
        <p:spPr>
          <a:xfrm>
            <a:off x="457200" y="6309360"/>
            <a:ext cx="11247120" cy="274320"/>
          </a:xfrm>
          <a:prstGeom prst="rect">
            <a:avLst/>
          </a:prstGeom>
          <a:noFill/>
        </p:spPr>
        <p:txBody>
          <a:bodyPr wrap="square"/>
          <a:lstStyle/>
          <a:p>
            <a:pPr algn="ctr"/>
            <a:r>
              <a:rPr sz="800" b="0" dirty="0">
                <a:solidFill>
                  <a:schemeClr val="bg1"/>
                </a:solidFill>
                <a:latin typeface="HPE Graphik"/>
              </a:rPr>
              <a:t>SHIFT  ·  Value Proposition Shifts  ·  Sales to Platform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62E5F6"/>
                </a:solidFill>
                <a:latin typeface="HPE Graphik Semibold"/>
              </a:rPr>
              <a:t>FRONTSTAGE DRIVEN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Niche Market to Mass Market</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from niche market player to mass market player. This often requires a simplification of the value proposition to cater to a larger market. The lower price is compensated by a larger volume of revenues from the mass market.</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simplify our value proposition to break out of a niche market and cater to a mass market?</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create niche value propositions for a series of niche segments with specific needs?</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TED</a:t>
            </a:r>
          </a:p>
        </p:txBody>
      </p:sp>
      <p:sp>
        <p:nvSpPr>
          <p:cNvPr id="14" name="TextBox 13"/>
          <p:cNvSpPr txBox="1"/>
          <p:nvPr/>
        </p:nvSpPr>
        <p:spPr>
          <a:xfrm>
            <a:off x="457200" y="6309360"/>
            <a:ext cx="11247120" cy="274320"/>
          </a:xfrm>
          <a:prstGeom prst="rect">
            <a:avLst/>
          </a:prstGeom>
          <a:noFill/>
        </p:spPr>
        <p:txBody>
          <a:bodyPr wrap="square"/>
          <a:lstStyle/>
          <a:p>
            <a:pPr algn="ctr"/>
            <a:r>
              <a:rPr sz="800" b="0" dirty="0">
                <a:solidFill>
                  <a:schemeClr val="bg1"/>
                </a:solidFill>
                <a:latin typeface="HPE Graphik"/>
              </a:rPr>
              <a:t>SHIFT  ·  Frontstage Driven Shifts  ·  Niche Market to Mass Market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62E5F6"/>
                </a:solidFill>
                <a:latin typeface="HPE Graphik Semibold"/>
              </a:rPr>
              <a:t>FRONTSTAGE DRIVEN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B2B to B2(B2)C</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from a B2B supplier that's invisible to the consumer toward a brand that matters to the consumer. Often a brand shift toward becoming more relevant to the consumer, including increased consumer marketing and B2C brand development.</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increase revenues by becoming more relevant to consumers if we are a hidden B2B supplier?</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use our B2C customer experience and relationships, infrastructure, resources, activities, and expertise, to create value for B2B customers and even competitors?</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Intel Inside</a:t>
            </a:r>
          </a:p>
        </p:txBody>
      </p:sp>
      <p:sp>
        <p:nvSpPr>
          <p:cNvPr id="14" name="TextBox 13"/>
          <p:cNvSpPr txBox="1"/>
          <p:nvPr/>
        </p:nvSpPr>
        <p:spPr>
          <a:xfrm>
            <a:off x="457200" y="6309360"/>
            <a:ext cx="11247120" cy="274320"/>
          </a:xfrm>
          <a:prstGeom prst="rect">
            <a:avLst/>
          </a:prstGeom>
          <a:noFill/>
        </p:spPr>
        <p:txBody>
          <a:bodyPr wrap="square"/>
          <a:lstStyle/>
          <a:p>
            <a:pPr algn="ctr"/>
            <a:r>
              <a:rPr sz="800" b="0" dirty="0">
                <a:solidFill>
                  <a:schemeClr val="bg1"/>
                </a:solidFill>
                <a:latin typeface="HPE Graphik"/>
              </a:rPr>
              <a:t>SHIFT  ·  Frontstage Driven Shifts  ·  B2B to B2(B2)C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62E5F6"/>
                </a:solidFill>
                <a:latin typeface="HPE Graphik Semibold"/>
              </a:rPr>
              <a:t>FRONTSTAGE DRIVEN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Low Touch to High Touch</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from standardized, low-touch value propositions toward customized, high-touch value propositions. High-touch value propositions command premium prices and lead to increased revenues.</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increase price and revenues, by turning a standardized low-touch value proposition into a high-touch value proposition?</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create or maintain customer value, while shifting from a high-touch to a low-touch experience?</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Apple Genius Bar</a:t>
            </a:r>
          </a:p>
        </p:txBody>
      </p:sp>
      <p:sp>
        <p:nvSpPr>
          <p:cNvPr id="14" name="TextBox 13"/>
          <p:cNvSpPr txBox="1"/>
          <p:nvPr/>
        </p:nvSpPr>
        <p:spPr>
          <a:xfrm>
            <a:off x="457200" y="6309360"/>
            <a:ext cx="11247120" cy="274320"/>
          </a:xfrm>
          <a:prstGeom prst="rect">
            <a:avLst/>
          </a:prstGeom>
          <a:noFill/>
        </p:spPr>
        <p:txBody>
          <a:bodyPr wrap="square"/>
          <a:lstStyle/>
          <a:p>
            <a:pPr algn="ctr"/>
            <a:r>
              <a:rPr sz="800" b="0">
                <a:solidFill>
                  <a:schemeClr val="bg1"/>
                </a:solidFill>
                <a:latin typeface="HPE Graphik"/>
              </a:rPr>
              <a:t>SHIFT  ·  Frontstage Driven Shifts  ·  Low Touch to High Touch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65AEF9"/>
                </a:solidFill>
                <a:latin typeface="HPE Graphik Semibold"/>
              </a:rPr>
              <a:t>BACKSTAGE DRIVEN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Dedicated Resources to Multi-Usage</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from using a resource for one value proposition toward using the same resource for a completely different value proposition targeting a new customer. This leads to substantial synergies while opening up an entirely new revenue stream.</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monetize one of our most important key resources with a new value proposition for a new customer segment?</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trim our business model by refocusing resources used to serve several value propositions and dedicate them to one only?</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Fujifilm</a:t>
            </a:r>
          </a:p>
        </p:txBody>
      </p:sp>
      <p:sp>
        <p:nvSpPr>
          <p:cNvPr id="14" name="TextBox 13"/>
          <p:cNvSpPr txBox="1"/>
          <p:nvPr/>
        </p:nvSpPr>
        <p:spPr>
          <a:xfrm>
            <a:off x="457200" y="6309360"/>
            <a:ext cx="11247120" cy="274320"/>
          </a:xfrm>
          <a:prstGeom prst="rect">
            <a:avLst/>
          </a:prstGeom>
          <a:noFill/>
        </p:spPr>
        <p:txBody>
          <a:bodyPr wrap="square"/>
          <a:lstStyle/>
          <a:p>
            <a:pPr algn="ctr"/>
            <a:r>
              <a:rPr sz="800" b="0">
                <a:solidFill>
                  <a:schemeClr val="bg1"/>
                </a:solidFill>
                <a:latin typeface="HPE Graphik"/>
              </a:rPr>
              <a:t>SHIFT  ·  Backstage Driven Shifts  ·  Dedicated Resources to Multi-Usage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65AEF9"/>
                </a:solidFill>
                <a:latin typeface="HPE Graphik Semibold"/>
              </a:rPr>
              <a:t>BACKSTAGE DRIVEN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Asset Heavy to Asset Light</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from a business model based on high fixed costs and high capital expenditures toward an asset-light business with variable costs. This allows focusing on service provisioning and customer acquisition rather than building and maintaining assets.</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free up capital and energy from building and maintaining assets toward focusing on service provisioning and customer acquisition?</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leverage our light assets like IP and brand to invest in heavy assets to create a competitive advantage or barriers to market entry?</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Bharti Airtel</a:t>
            </a:r>
          </a:p>
        </p:txBody>
      </p:sp>
      <p:sp>
        <p:nvSpPr>
          <p:cNvPr id="14" name="TextBox 13"/>
          <p:cNvSpPr txBox="1"/>
          <p:nvPr/>
        </p:nvSpPr>
        <p:spPr>
          <a:xfrm>
            <a:off x="457200" y="6309360"/>
            <a:ext cx="11247120" cy="274320"/>
          </a:xfrm>
          <a:prstGeom prst="rect">
            <a:avLst/>
          </a:prstGeom>
          <a:noFill/>
        </p:spPr>
        <p:txBody>
          <a:bodyPr wrap="square"/>
          <a:lstStyle/>
          <a:p>
            <a:pPr algn="ctr"/>
            <a:r>
              <a:rPr sz="800" b="0" dirty="0">
                <a:solidFill>
                  <a:schemeClr val="bg1"/>
                </a:solidFill>
                <a:latin typeface="HPE Graphik"/>
              </a:rPr>
              <a:t>SHIFT  ·  Backstage Driven Shifts  ·  Asset Heavy to Asset Light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65AEF9"/>
                </a:solidFill>
                <a:latin typeface="HPE Graphik Semibold"/>
              </a:rPr>
              <a:t>BACKSTAGE DRIVEN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Closed to Open Innovation</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dirty="0">
                <a:solidFill>
                  <a:srgbClr val="B1B9BE"/>
                </a:solidFill>
                <a:latin typeface="HPE Graphik"/>
              </a:rPr>
              <a:t>Shift from a closed approach to developing new value propositions toward an open approach based on external R&amp;D and intellectual </a:t>
            </a:r>
            <a:r>
              <a:rPr lang="en-US" sz="1300" b="0" dirty="0">
                <a:solidFill>
                  <a:srgbClr val="B1B9BE"/>
                </a:solidFill>
                <a:latin typeface="HPE Graphik"/>
              </a:rPr>
              <a:t>property or</a:t>
            </a:r>
            <a:r>
              <a:rPr sz="1300" b="0" dirty="0">
                <a:solidFill>
                  <a:srgbClr val="B1B9BE"/>
                </a:solidFill>
                <a:latin typeface="HPE Graphik"/>
              </a:rPr>
              <a:t> sharing internal R&amp;D and IP with outside partners.</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make more usage of external R&amp;D and IP (outside-in) or share internal R&amp;D and IP with outside partners (inside-out)?</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create a competitive advantage by internalizing R&amp;D, IP, resources, and activities?</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Microsoft</a:t>
            </a:r>
          </a:p>
        </p:txBody>
      </p:sp>
      <p:sp>
        <p:nvSpPr>
          <p:cNvPr id="14" name="TextBox 13"/>
          <p:cNvSpPr txBox="1"/>
          <p:nvPr/>
        </p:nvSpPr>
        <p:spPr>
          <a:xfrm>
            <a:off x="457200" y="6309360"/>
            <a:ext cx="11247120" cy="274320"/>
          </a:xfrm>
          <a:prstGeom prst="rect">
            <a:avLst/>
          </a:prstGeom>
          <a:noFill/>
        </p:spPr>
        <p:txBody>
          <a:bodyPr wrap="square"/>
          <a:lstStyle/>
          <a:p>
            <a:pPr algn="ctr"/>
            <a:r>
              <a:rPr sz="800" b="0">
                <a:solidFill>
                  <a:schemeClr val="bg1"/>
                </a:solidFill>
                <a:latin typeface="HPE Graphik"/>
              </a:rPr>
              <a:t>SHIFT  ·  Backstage Driven Shifts  ·  Closed to Open Innovation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a:solidFill>
                  <a:srgbClr val="9B84FC"/>
                </a:solidFill>
                <a:latin typeface="HPE Graphik Semibold"/>
              </a:rPr>
              <a:t>PROFIT FORMULA DRIVEN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High Cost to Low Cost</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toward a more efficient activity and resource configuration to substantially decrease the cost structure and offer price-conscious customers a low-price value proposition, conquering new customer segments.</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Which new, price-conscious customer segment might we conquer with a low-price value proposition? How might we reconfigure activities and resources to disrupt our cost structure?</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create value for price-insensitive customer segments? How might we leverage our resources and activities to create a high-value, high-price value proposition?</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Dow Corning Xiameter</a:t>
            </a:r>
          </a:p>
        </p:txBody>
      </p:sp>
      <p:sp>
        <p:nvSpPr>
          <p:cNvPr id="14" name="TextBox 13"/>
          <p:cNvSpPr txBox="1"/>
          <p:nvPr/>
        </p:nvSpPr>
        <p:spPr>
          <a:xfrm>
            <a:off x="457200" y="6309360"/>
            <a:ext cx="11247120" cy="274320"/>
          </a:xfrm>
          <a:prstGeom prst="rect">
            <a:avLst/>
          </a:prstGeom>
          <a:noFill/>
        </p:spPr>
        <p:txBody>
          <a:bodyPr wrap="square"/>
          <a:lstStyle/>
          <a:p>
            <a:pPr algn="ctr"/>
            <a:r>
              <a:rPr sz="800" b="0">
                <a:solidFill>
                  <a:schemeClr val="bg1"/>
                </a:solidFill>
                <a:latin typeface="HPE Graphik"/>
              </a:rPr>
              <a:t>SHIFT  ·  Profit Formula Driven Shifts  ·  High Cost to Low Cost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dirty="0">
                <a:solidFill>
                  <a:srgbClr val="9B84FC"/>
                </a:solidFill>
                <a:latin typeface="HPE Graphik Semibold"/>
              </a:rPr>
              <a:t>PROFIT FORMULA DRIVEN SHIFTS</a:t>
            </a:r>
          </a:p>
        </p:txBody>
      </p:sp>
      <p:sp>
        <p:nvSpPr>
          <p:cNvPr id="3" name="TextBox 2"/>
          <p:cNvSpPr txBox="1"/>
          <p:nvPr/>
        </p:nvSpPr>
        <p:spPr>
          <a:xfrm>
            <a:off x="548640" y="502920"/>
            <a:ext cx="9144000" cy="457200"/>
          </a:xfrm>
          <a:prstGeom prst="rect">
            <a:avLst/>
          </a:prstGeom>
          <a:noFill/>
        </p:spPr>
        <p:txBody>
          <a:bodyPr wrap="square"/>
          <a:lstStyle/>
          <a:p>
            <a:pPr algn="l"/>
            <a:r>
              <a:rPr sz="2800" b="1" dirty="0">
                <a:solidFill>
                  <a:srgbClr val="FFFFFF"/>
                </a:solidFill>
                <a:latin typeface="HPE Graphik Semibold"/>
              </a:rPr>
              <a:t>Transactional to Recurring Revenue</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Shift from having to sell again and again with continuous cost of sales toward acquiring customers once to then earn recurring revenues. This requires identifying a recurring customer job-to-be-done addressed with a recurring value proposition.</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How might we shift from transactional revenues to recurring revenues by addressing a recurring customer job-to-be-done?</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add transactional revenues to our recurring revenues in order to improve customer share of wallet and boost our overall revenues?</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Adobe</a:t>
            </a:r>
          </a:p>
        </p:txBody>
      </p:sp>
      <p:sp>
        <p:nvSpPr>
          <p:cNvPr id="14" name="TextBox 13"/>
          <p:cNvSpPr txBox="1"/>
          <p:nvPr/>
        </p:nvSpPr>
        <p:spPr>
          <a:xfrm>
            <a:off x="457200" y="6309360"/>
            <a:ext cx="11247120" cy="274320"/>
          </a:xfrm>
          <a:prstGeom prst="rect">
            <a:avLst/>
          </a:prstGeom>
          <a:noFill/>
        </p:spPr>
        <p:txBody>
          <a:bodyPr wrap="square"/>
          <a:lstStyle/>
          <a:p>
            <a:pPr algn="ctr"/>
            <a:r>
              <a:rPr sz="800" b="0" dirty="0">
                <a:solidFill>
                  <a:schemeClr val="bg1"/>
                </a:solidFill>
                <a:latin typeface="HPE Graphik"/>
              </a:rPr>
              <a:t>SHIFT  ·  Profit Formula Driven Shifts  ·  Transactional to Recurring Revenue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92D3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4572000" cy="228600"/>
          </a:xfrm>
          <a:prstGeom prst="rect">
            <a:avLst/>
          </a:prstGeom>
          <a:noFill/>
        </p:spPr>
        <p:txBody>
          <a:bodyPr wrap="square"/>
          <a:lstStyle/>
          <a:p>
            <a:pPr algn="l"/>
            <a:r>
              <a:rPr sz="1000" b="1" dirty="0">
                <a:solidFill>
                  <a:srgbClr val="9B84FC"/>
                </a:solidFill>
                <a:latin typeface="HPE Graphik Semibold"/>
              </a:rPr>
              <a:t>PROFIT FORMULA DRIVEN SHIFTS</a:t>
            </a:r>
          </a:p>
        </p:txBody>
      </p:sp>
      <p:sp>
        <p:nvSpPr>
          <p:cNvPr id="3" name="TextBox 2"/>
          <p:cNvSpPr txBox="1"/>
          <p:nvPr/>
        </p:nvSpPr>
        <p:spPr>
          <a:xfrm>
            <a:off x="548640" y="502920"/>
            <a:ext cx="9144000" cy="457200"/>
          </a:xfrm>
          <a:prstGeom prst="rect">
            <a:avLst/>
          </a:prstGeom>
          <a:noFill/>
        </p:spPr>
        <p:txBody>
          <a:bodyPr wrap="square"/>
          <a:lstStyle/>
          <a:p>
            <a:pPr algn="l"/>
            <a:r>
              <a:rPr sz="2800" b="1">
                <a:solidFill>
                  <a:srgbClr val="FFFFFF"/>
                </a:solidFill>
                <a:latin typeface="HPE Graphik Semibold"/>
              </a:rPr>
              <a:t>Conventional to Contrarian</a:t>
            </a:r>
          </a:p>
        </p:txBody>
      </p:sp>
      <p:sp>
        <p:nvSpPr>
          <p:cNvPr id="4" name="TextBox 3"/>
          <p:cNvSpPr txBox="1"/>
          <p:nvPr/>
        </p:nvSpPr>
        <p:spPr>
          <a:xfrm>
            <a:off x="548640" y="960120"/>
            <a:ext cx="1371600" cy="228600"/>
          </a:xfrm>
          <a:prstGeom prst="rect">
            <a:avLst/>
          </a:prstGeom>
          <a:noFill/>
        </p:spPr>
        <p:txBody>
          <a:bodyPr wrap="square"/>
          <a:lstStyle/>
          <a:p>
            <a:pPr algn="l"/>
            <a:r>
              <a:rPr sz="1200" b="1">
                <a:solidFill>
                  <a:srgbClr val="9B84FC"/>
                </a:solidFill>
                <a:latin typeface="HPE Graphik"/>
              </a:rPr>
              <a:t>↔ SHIFT</a:t>
            </a:r>
          </a:p>
        </p:txBody>
      </p:sp>
      <p:sp>
        <p:nvSpPr>
          <p:cNvPr id="5" name="TextBox 4"/>
          <p:cNvSpPr txBox="1"/>
          <p:nvPr/>
        </p:nvSpPr>
        <p:spPr>
          <a:xfrm>
            <a:off x="548640" y="1325880"/>
            <a:ext cx="7315200" cy="822960"/>
          </a:xfrm>
          <a:prstGeom prst="rect">
            <a:avLst/>
          </a:prstGeom>
          <a:noFill/>
        </p:spPr>
        <p:txBody>
          <a:bodyPr wrap="square"/>
          <a:lstStyle/>
          <a:p>
            <a:pPr algn="l"/>
            <a:r>
              <a:rPr sz="1300" b="0">
                <a:solidFill>
                  <a:srgbClr val="B1B9BE"/>
                </a:solidFill>
                <a:latin typeface="HPE Graphik"/>
              </a:rPr>
              <a:t>Significantly reduce costs and increase value at the same time. Eliminate the costliest resources, activities, and partners, even if that means limiting the value proposition. Compensate by focusing on features that a well-defined customer segment loves and is willing to pay for, but which are relatively cheap to provide.</a:t>
            </a:r>
          </a:p>
        </p:txBody>
      </p:sp>
      <p:sp>
        <p:nvSpPr>
          <p:cNvPr id="6" name="Rounded Rectangle 5"/>
          <p:cNvSpPr/>
          <p:nvPr/>
        </p:nvSpPr>
        <p:spPr>
          <a:xfrm>
            <a:off x="548640" y="2377440"/>
            <a:ext cx="5029200" cy="914400"/>
          </a:xfrm>
          <a:prstGeom prst="roundRect">
            <a:avLst/>
          </a:prstGeom>
          <a:solidFill>
            <a:srgbClr val="2A3A35"/>
          </a:solidFill>
          <a:ln w="12700">
            <a:solidFill>
              <a:srgbClr val="008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31720"/>
            <a:ext cx="2743200" cy="182880"/>
          </a:xfrm>
          <a:prstGeom prst="rect">
            <a:avLst/>
          </a:prstGeom>
          <a:noFill/>
        </p:spPr>
        <p:txBody>
          <a:bodyPr wrap="square"/>
          <a:lstStyle/>
          <a:p>
            <a:pPr algn="l"/>
            <a:r>
              <a:rPr sz="700" b="1">
                <a:solidFill>
                  <a:srgbClr val="00E0AF"/>
                </a:solidFill>
                <a:latin typeface="HPE Graphik"/>
              </a:rPr>
              <a:t>STRATEGIC REFLECTION</a:t>
            </a:r>
          </a:p>
        </p:txBody>
      </p:sp>
      <p:sp>
        <p:nvSpPr>
          <p:cNvPr id="8" name="TextBox 7"/>
          <p:cNvSpPr txBox="1"/>
          <p:nvPr/>
        </p:nvSpPr>
        <p:spPr>
          <a:xfrm>
            <a:off x="685800" y="2560320"/>
            <a:ext cx="4754880" cy="640080"/>
          </a:xfrm>
          <a:prstGeom prst="rect">
            <a:avLst/>
          </a:prstGeom>
          <a:noFill/>
        </p:spPr>
        <p:txBody>
          <a:bodyPr wrap="square"/>
          <a:lstStyle/>
          <a:p>
            <a:pPr algn="l"/>
            <a:r>
              <a:rPr sz="1100" b="0">
                <a:solidFill>
                  <a:srgbClr val="62E5F6"/>
                </a:solidFill>
                <a:latin typeface="HPE Graphik"/>
              </a:rPr>
              <a:t>Which of the costliest activities and resources might we eliminate or reduce, even if they create value for customers? How might we replace that lost value by augmenting our value proposition with cheap value creators that matter to customers most?</a:t>
            </a:r>
          </a:p>
        </p:txBody>
      </p:sp>
      <p:sp>
        <p:nvSpPr>
          <p:cNvPr id="9" name="Rounded Rectangle 8"/>
          <p:cNvSpPr/>
          <p:nvPr/>
        </p:nvSpPr>
        <p:spPr>
          <a:xfrm>
            <a:off x="5852160" y="2377440"/>
            <a:ext cx="5029200" cy="914400"/>
          </a:xfrm>
          <a:prstGeom prst="roundRect">
            <a:avLst/>
          </a:prstGeom>
          <a:solidFill>
            <a:srgbClr val="3A2D2A"/>
          </a:solidFill>
          <a:ln w="12700">
            <a:solidFill>
              <a:srgbClr val="995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2331720"/>
            <a:ext cx="2743200" cy="182880"/>
          </a:xfrm>
          <a:prstGeom prst="rect">
            <a:avLst/>
          </a:prstGeom>
          <a:noFill/>
        </p:spPr>
        <p:txBody>
          <a:bodyPr wrap="square"/>
          <a:lstStyle/>
          <a:p>
            <a:pPr algn="l"/>
            <a:r>
              <a:rPr sz="700" b="1">
                <a:solidFill>
                  <a:srgbClr val="F26B43"/>
                </a:solidFill>
                <a:latin typeface="HPE Graphik"/>
              </a:rPr>
              <a:t>REVERSE REFLECTION</a:t>
            </a:r>
          </a:p>
        </p:txBody>
      </p:sp>
      <p:sp>
        <p:nvSpPr>
          <p:cNvPr id="11" name="TextBox 10"/>
          <p:cNvSpPr txBox="1"/>
          <p:nvPr/>
        </p:nvSpPr>
        <p:spPr>
          <a:xfrm>
            <a:off x="5989320" y="2560320"/>
            <a:ext cx="4754880" cy="640080"/>
          </a:xfrm>
          <a:prstGeom prst="rect">
            <a:avLst/>
          </a:prstGeom>
          <a:noFill/>
        </p:spPr>
        <p:txBody>
          <a:bodyPr wrap="square"/>
          <a:lstStyle/>
          <a:p>
            <a:pPr algn="l"/>
            <a:r>
              <a:rPr sz="1100" b="0">
                <a:solidFill>
                  <a:srgbClr val="F26B43"/>
                </a:solidFill>
                <a:latin typeface="HPE Graphik"/>
              </a:rPr>
              <a:t>How might we add costly resources and activities to substantially increase value, price, and luxury feel? Or conversely, how might we strip to a pure low-cost model?</a:t>
            </a:r>
          </a:p>
        </p:txBody>
      </p:sp>
      <p:sp>
        <p:nvSpPr>
          <p:cNvPr id="12" name="Rounded Rectangle 11"/>
          <p:cNvSpPr/>
          <p:nvPr/>
        </p:nvSpPr>
        <p:spPr>
          <a:xfrm>
            <a:off x="548640" y="3657600"/>
            <a:ext cx="2286000" cy="365760"/>
          </a:xfrm>
          <a:prstGeom prst="roundRect">
            <a:avLst/>
          </a:prstGeom>
          <a:solidFill>
            <a:srgbClr val="333045"/>
          </a:solidFill>
          <a:ln w="12700">
            <a:solidFill>
              <a:srgbClr val="7A6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675887"/>
            <a:ext cx="2103120" cy="320040"/>
          </a:xfrm>
          <a:prstGeom prst="rect">
            <a:avLst/>
          </a:prstGeom>
          <a:noFill/>
        </p:spPr>
        <p:txBody>
          <a:bodyPr wrap="square"/>
          <a:lstStyle/>
          <a:p>
            <a:pPr algn="ctr"/>
            <a:r>
              <a:rPr sz="1000" b="1">
                <a:solidFill>
                  <a:srgbClr val="9B84FC"/>
                </a:solidFill>
                <a:latin typeface="HPE Graphik"/>
              </a:rPr>
              <a:t>📌  Apple iMac</a:t>
            </a:r>
          </a:p>
        </p:txBody>
      </p:sp>
      <p:sp>
        <p:nvSpPr>
          <p:cNvPr id="14" name="TextBox 13"/>
          <p:cNvSpPr txBox="1"/>
          <p:nvPr/>
        </p:nvSpPr>
        <p:spPr>
          <a:xfrm>
            <a:off x="457200" y="6309360"/>
            <a:ext cx="11247120" cy="274320"/>
          </a:xfrm>
          <a:prstGeom prst="rect">
            <a:avLst/>
          </a:prstGeom>
          <a:noFill/>
        </p:spPr>
        <p:txBody>
          <a:bodyPr wrap="square"/>
          <a:lstStyle/>
          <a:p>
            <a:pPr algn="ctr"/>
            <a:r>
              <a:rPr sz="800" b="0" dirty="0">
                <a:solidFill>
                  <a:schemeClr val="bg1"/>
                </a:solidFill>
                <a:latin typeface="HPE Graphik"/>
              </a:rPr>
              <a:t>SHIFT  ·  Profit Formula Driven Shifts  ·  Conventional to Contrarian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D66ACE-9D55-ABCB-F196-384C50DF5AEF}"/>
              </a:ext>
            </a:extLst>
          </p:cNvPr>
          <p:cNvSpPr>
            <a:spLocks noGrp="1"/>
          </p:cNvSpPr>
          <p:nvPr>
            <p:ph type="ftr" sz="quarter" idx="10"/>
          </p:nvPr>
        </p:nvSpPr>
        <p:spPr/>
        <p:txBody>
          <a:bodyPr/>
          <a:lstStyle/>
          <a:p>
            <a:pPr algn="r"/>
            <a:r>
              <a:rPr lang="en-US"/>
              <a:t>HPE Internal Use Only</a:t>
            </a:r>
            <a:endParaRPr lang="en-US" dirty="0"/>
          </a:p>
        </p:txBody>
      </p:sp>
      <p:sp>
        <p:nvSpPr>
          <p:cNvPr id="3" name="Slide Number Placeholder 2">
            <a:extLst>
              <a:ext uri="{FF2B5EF4-FFF2-40B4-BE49-F238E27FC236}">
                <a16:creationId xmlns:a16="http://schemas.microsoft.com/office/drawing/2014/main" id="{A1D82C4E-DFCD-2B17-EB90-77E028B3717F}"/>
              </a:ext>
            </a:extLst>
          </p:cNvPr>
          <p:cNvSpPr>
            <a:spLocks noGrp="1"/>
          </p:cNvSpPr>
          <p:nvPr>
            <p:ph type="sldNum" sz="quarter" idx="11"/>
          </p:nvPr>
        </p:nvSpPr>
        <p:spPr/>
        <p:txBody>
          <a:bodyPr/>
          <a:lstStyle/>
          <a:p>
            <a:fld id="{C0388CE4-E87A-43A8-A4DA-5AAB8529E0B0}" type="slidenum">
              <a:rPr lang="en-US" smtClean="0"/>
              <a:pPr/>
              <a:t>25</a:t>
            </a:fld>
            <a:endParaRPr lang="en-US" dirty="0"/>
          </a:p>
        </p:txBody>
      </p:sp>
      <p:sp>
        <p:nvSpPr>
          <p:cNvPr id="4" name="TextBox 3">
            <a:extLst>
              <a:ext uri="{FF2B5EF4-FFF2-40B4-BE49-F238E27FC236}">
                <a16:creationId xmlns:a16="http://schemas.microsoft.com/office/drawing/2014/main" id="{B56B854A-1169-6439-DC9D-7A0E3F0C1548}"/>
              </a:ext>
            </a:extLst>
          </p:cNvPr>
          <p:cNvSpPr txBox="1"/>
          <p:nvPr/>
        </p:nvSpPr>
        <p:spPr>
          <a:xfrm>
            <a:off x="3410341" y="1265323"/>
            <a:ext cx="4572000" cy="228600"/>
          </a:xfrm>
          <a:prstGeom prst="rect">
            <a:avLst/>
          </a:prstGeom>
          <a:noFill/>
        </p:spPr>
        <p:txBody>
          <a:bodyPr wrap="square"/>
          <a:lstStyle/>
          <a:p>
            <a:pPr algn="l"/>
            <a:r>
              <a:rPr lang="en-US" sz="1600" b="1" dirty="0">
                <a:solidFill>
                  <a:srgbClr val="9B84FC"/>
                </a:solidFill>
                <a:latin typeface="HPE Graphik Semibold"/>
                <a:hlinkClick r:id="rId2"/>
              </a:rPr>
              <a:t>The Invincible Company</a:t>
            </a:r>
            <a:endParaRPr sz="1600" b="1" dirty="0">
              <a:solidFill>
                <a:srgbClr val="9B84FC"/>
              </a:solidFill>
              <a:latin typeface="HPE Graphik Semibold"/>
            </a:endParaRPr>
          </a:p>
        </p:txBody>
      </p:sp>
      <p:sp>
        <p:nvSpPr>
          <p:cNvPr id="5" name="TextBox 4">
            <a:extLst>
              <a:ext uri="{FF2B5EF4-FFF2-40B4-BE49-F238E27FC236}">
                <a16:creationId xmlns:a16="http://schemas.microsoft.com/office/drawing/2014/main" id="{E3BCD288-C494-FDFD-A190-A6C52F85B222}"/>
              </a:ext>
            </a:extLst>
          </p:cNvPr>
          <p:cNvSpPr txBox="1"/>
          <p:nvPr/>
        </p:nvSpPr>
        <p:spPr>
          <a:xfrm>
            <a:off x="548640" y="274320"/>
            <a:ext cx="4572000" cy="228600"/>
          </a:xfrm>
          <a:prstGeom prst="rect">
            <a:avLst/>
          </a:prstGeom>
          <a:noFill/>
        </p:spPr>
        <p:txBody>
          <a:bodyPr wrap="square"/>
          <a:lstStyle/>
          <a:p>
            <a:pPr algn="l"/>
            <a:r>
              <a:rPr lang="en-US" sz="1600" b="1" dirty="0">
                <a:solidFill>
                  <a:srgbClr val="9B84FC"/>
                </a:solidFill>
                <a:latin typeface="HPE Graphik Semibold"/>
              </a:rPr>
              <a:t>BOOK REFERENCE</a:t>
            </a:r>
            <a:endParaRPr sz="1600" b="1" dirty="0">
              <a:solidFill>
                <a:srgbClr val="9B84FC"/>
              </a:solidFill>
              <a:latin typeface="HPE Graphik Semibold"/>
            </a:endParaRPr>
          </a:p>
        </p:txBody>
      </p:sp>
    </p:spTree>
    <p:extLst>
      <p:ext uri="{BB962C8B-B14F-4D97-AF65-F5344CB8AC3E}">
        <p14:creationId xmlns:p14="http://schemas.microsoft.com/office/powerpoint/2010/main" val="86078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HPE Dark Theme">
  <a:themeElements>
    <a:clrScheme name="HPE Dark">
      <a:dk1>
        <a:srgbClr val="292D3A"/>
      </a:dk1>
      <a:lt1>
        <a:sysClr val="window" lastClr="FFFFFF"/>
      </a:lt1>
      <a:dk2>
        <a:srgbClr val="B1B9BE"/>
      </a:dk2>
      <a:lt2>
        <a:srgbClr val="535C66"/>
      </a:lt2>
      <a:accent1>
        <a:srgbClr val="00E0AF"/>
      </a:accent1>
      <a:accent2>
        <a:srgbClr val="9B84FC"/>
      </a:accent2>
      <a:accent3>
        <a:srgbClr val="65AEF9"/>
      </a:accent3>
      <a:accent4>
        <a:srgbClr val="62E5F6"/>
      </a:accent4>
      <a:accent5>
        <a:srgbClr val="C98AD4"/>
      </a:accent5>
      <a:accent6>
        <a:srgbClr val="DB72B8"/>
      </a:accent6>
      <a:hlink>
        <a:srgbClr val="00E0AF"/>
      </a:hlink>
      <a:folHlink>
        <a:srgbClr val="9B84FC"/>
      </a:folHlink>
    </a:clrScheme>
    <a:fontScheme name="HPE Graphik">
      <a:majorFont>
        <a:latin typeface="HPE Graphik Semibold"/>
        <a:ea typeface=""/>
        <a:cs typeface=""/>
      </a:majorFont>
      <a:minorFont>
        <a:latin typeface="HPE 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47625"/>
      </a:spPr>
      <a:bodyPr/>
      <a:lstStyle/>
      <a:style>
        <a:lnRef idx="2">
          <a:schemeClr val="accent1"/>
        </a:lnRef>
        <a:fillRef idx="0">
          <a:schemeClr val="accent1"/>
        </a:fillRef>
        <a:effectRef idx="1">
          <a:schemeClr val="accent1"/>
        </a:effectRef>
        <a:fontRef idx="minor">
          <a:schemeClr val="tx1"/>
        </a:fontRef>
      </a:style>
    </a:lnDef>
    <a:txDef>
      <a:spPr>
        <a:noFill/>
      </a:spPr>
      <a:bodyPr wrap="square" lIns="90170" tIns="90170" rIns="90170" bIns="90170" rtlCol="0">
        <a:noAutofit/>
      </a:bodyPr>
      <a:lstStyle>
        <a:defPPr algn="l">
          <a:defRPr dirty="0" smtClean="0">
            <a:solidFill>
              <a:schemeClr val="bg1"/>
            </a:solidFill>
          </a:defRPr>
        </a:defPPr>
      </a:lstStyle>
    </a:txDef>
  </a:objectDefaults>
  <a:extraClrSchemeLst/>
  <a:custClrLst>
    <a:custClr name="HPE Gold">
      <a:srgbClr val="DEB146"/>
    </a:custClr>
    <a:custClr name="HPE Red">
      <a:srgbClr val="C64F3A"/>
    </a:custClr>
    <a:custClr name="HPE Green">
      <a:srgbClr val="01A982"/>
    </a:custClr>
    <a:custClr name="Primary Green">
      <a:srgbClr val="05CC93"/>
    </a:custClr>
    <a:custClr name="Secondary Green">
      <a:srgbClr val="00E0AF"/>
    </a:custClr>
    <a:custClr name="Blue">
      <a:srgbClr val="0070F8"/>
    </a:custClr>
    <a:custClr name="Light Gray 1">
      <a:srgbClr val="F7F7F7"/>
    </a:custClr>
    <a:custClr name="Light Gray 2">
      <a:srgbClr val="E6E8E9"/>
    </a:custClr>
  </a:custClrLst>
  <a:extLst>
    <a:ext uri="{05A4C25C-085E-4340-85A3-A5531E510DB2}">
      <thm15:themeFamily xmlns:thm15="http://schemas.microsoft.com/office/thememl/2012/main" name="HPE-PowerPoint-Dark-Standard-R6.3.potx" id="{7E8C7894-C20B-4CCD-8CD6-2C8689EF3AC2}" vid="{FB9C9CDA-53DD-4049-A3B4-7E5F2C7A0997}"/>
    </a:ext>
  </a:extLst>
</a:theme>
</file>

<file path=ppt/theme/theme2.xml><?xml version="1.0" encoding="utf-8"?>
<a:theme xmlns:a="http://schemas.openxmlformats.org/drawingml/2006/main" name="Office Theme">
  <a:themeElements>
    <a:clrScheme name="HPE Dark">
      <a:dk1>
        <a:srgbClr val="292D3A"/>
      </a:dk1>
      <a:lt1>
        <a:sysClr val="window" lastClr="FFFFFF"/>
      </a:lt1>
      <a:dk2>
        <a:srgbClr val="B1B9BE"/>
      </a:dk2>
      <a:lt2>
        <a:srgbClr val="535C66"/>
      </a:lt2>
      <a:accent1>
        <a:srgbClr val="00E0AF"/>
      </a:accent1>
      <a:accent2>
        <a:srgbClr val="9B84FC"/>
      </a:accent2>
      <a:accent3>
        <a:srgbClr val="65AEF9"/>
      </a:accent3>
      <a:accent4>
        <a:srgbClr val="62E5F6"/>
      </a:accent4>
      <a:accent5>
        <a:srgbClr val="C98AD4"/>
      </a:accent5>
      <a:accent6>
        <a:srgbClr val="DB72B8"/>
      </a:accent6>
      <a:hlink>
        <a:srgbClr val="00E0AF"/>
      </a:hlink>
      <a:folHlink>
        <a:srgbClr val="9B84FC"/>
      </a:folHlink>
    </a:clrScheme>
    <a:fontScheme name="HPE Graphik">
      <a:majorFont>
        <a:latin typeface="HPE Graphik Semibold"/>
        <a:ea typeface=""/>
        <a:cs typeface=""/>
      </a:majorFont>
      <a:minorFont>
        <a:latin typeface="HPE 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123aae8-14e7-4a51-b197-dead1e593f5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BC6F68666B2224DBD60E57DCD303CF2" ma:contentTypeVersion="19" ma:contentTypeDescription="Create a new document." ma:contentTypeScope="" ma:versionID="b6fef9c8c894dd3c81d0d490b47187ff">
  <xsd:schema xmlns:xsd="http://www.w3.org/2001/XMLSchema" xmlns:xs="http://www.w3.org/2001/XMLSchema" xmlns:p="http://schemas.microsoft.com/office/2006/metadata/properties" xmlns:ns3="115f46ad-0135-4aab-bec4-bf173c0d708b" xmlns:ns4="e123aae8-14e7-4a51-b197-dead1e593f59" targetNamespace="http://schemas.microsoft.com/office/2006/metadata/properties" ma:root="true" ma:fieldsID="eccf5ad19651815f00b8a90357c95ecc" ns3:_="" ns4:_="">
    <xsd:import namespace="115f46ad-0135-4aab-bec4-bf173c0d708b"/>
    <xsd:import namespace="e123aae8-14e7-4a51-b197-dead1e593f5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EventHashCode" minOccurs="0"/>
                <xsd:element ref="ns4:MediaServiceGenerationTime" minOccurs="0"/>
                <xsd:element ref="ns4:MediaServiceLocation"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5f46ad-0135-4aab-bec4-bf173c0d708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23aae8-14e7-4a51-b197-dead1e593f59"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C0593A-7F70-4F4D-8531-3B3C40A63BD7}">
  <ds:schemaRefs>
    <ds:schemaRef ds:uri="http://schemas.microsoft.com/sharepoint/v3/contenttype/forms"/>
  </ds:schemaRefs>
</ds:datastoreItem>
</file>

<file path=customXml/itemProps2.xml><?xml version="1.0" encoding="utf-8"?>
<ds:datastoreItem xmlns:ds="http://schemas.openxmlformats.org/officeDocument/2006/customXml" ds:itemID="{73958DC6-5C23-4AE0-B6AA-A4452D5FB2AB}">
  <ds:schemaRefs>
    <ds:schemaRef ds:uri="http://schemas.openxmlformats.org/package/2006/metadata/core-properties"/>
    <ds:schemaRef ds:uri="http://purl.org/dc/terms/"/>
    <ds:schemaRef ds:uri="http://schemas.microsoft.com/office/2006/documentManagement/types"/>
    <ds:schemaRef ds:uri="e123aae8-14e7-4a51-b197-dead1e593f59"/>
    <ds:schemaRef ds:uri="115f46ad-0135-4aab-bec4-bf173c0d708b"/>
    <ds:schemaRef ds:uri="http://www.w3.org/XML/1998/namespace"/>
    <ds:schemaRef ds:uri="http://purl.org/dc/elements/1.1/"/>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D9F54F7F-4D69-43F4-9C74-6D2292E048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5f46ad-0135-4aab-bec4-bf173c0d708b"/>
    <ds:schemaRef ds:uri="e123aae8-14e7-4a51-b197-dead1e593f5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HPE-PowerPoint-Dark-Standard-R6.3</Template>
  <TotalTime>625</TotalTime>
  <Words>3102</Words>
  <Application>Microsoft Macintosh PowerPoint</Application>
  <PresentationFormat>Widescreen</PresentationFormat>
  <Paragraphs>333</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HPE Graphik</vt:lpstr>
      <vt:lpstr>Aptos</vt:lpstr>
      <vt:lpstr>Arial</vt:lpstr>
      <vt:lpstr>HPE Graphik Semibold</vt:lpstr>
      <vt:lpstr>HPE Graphik Light</vt:lpstr>
      <vt:lpstr>HPE Dark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Zudrak, Marcin;kris.gielen@hpe.com</dc:creator>
  <cp:keywords/>
  <dc:description/>
  <cp:lastModifiedBy>Miguel Wilson Cruz</cp:lastModifiedBy>
  <cp:revision>51</cp:revision>
  <dcterms:created xsi:type="dcterms:W3CDTF">2025-08-29T14:22:00Z</dcterms:created>
  <dcterms:modified xsi:type="dcterms:W3CDTF">2026-04-20T22:14:23Z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0x010100BBC6F68666B2224DBD60E57DCD303CF2</vt:lpwstr>
  </property>
</Properties>
</file>